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0F14"/>
    <a:srgbClr val="1818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2004" y="1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50272-2076-4956-783C-523CE9648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B0C436-B161-6086-B0D8-088BD5E94A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86901-A577-7A8A-6B73-BA6A9412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A5DF3-E750-2E12-6FBE-98DA7F98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2E2CEA-23CB-CA47-270F-31D536BB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5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E0EF5-A577-7969-4FAD-3626A6CDC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0952-D76A-FAE2-40D1-5B45CA025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3FCF3-E157-BC32-EEA7-C91715A2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613DA-5746-48FD-DDDD-ECF037DB7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90C8E-B80E-89FC-1C6D-4986632FD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41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30D01-1E48-CD4B-8169-584C9E9E2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94488-7DA0-60D3-9F0E-8F5A31F37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7CD36-6DD0-3543-4C00-242BBC146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1B94-5C6D-EFBD-5EC0-31FBCF70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37E95-43CC-DFBC-883E-B18471BF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490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1AA24-D2E6-8E51-C91E-A306C2C38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18E7-88BD-068F-F825-5C3450DBCB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A1DB1-5CD1-CA61-2474-BC4FF3D821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D6E2B-7B39-5418-67FC-7E67D8ADC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DBD0C-F15A-ACEB-EAC9-D6B0C0E41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F384D-87D8-41C0-84F0-7DA366FB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8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D759-FA09-EDF7-6FC6-35846955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E6E24-46F0-B232-BD62-75C820B4C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BB520-41F0-D359-7325-69B0612BB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EA00A-6629-A273-503F-D813B71B06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A6ED69-73E7-BCA3-8846-14AABF3F07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ECE1A0-76DD-2824-FAE5-65D22FE3A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9B4284-38E0-DB90-77B7-28069D58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61D53-7E51-104D-60FA-A7478B69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2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93AE-1E5E-6A5E-6BB6-4C7C12CE9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A559F6-EA67-71C7-2A6F-8B54B86E1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284901-81BF-EF6B-7832-5204A463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ABE5F-6E1B-6B12-449C-F051D5201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6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798D23-FA18-6E42-2A0C-C314B503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6539EA-82E7-84BB-C51F-90511F2E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B766B-7C77-9099-3256-A0D3A1C8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29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73FF-856C-9F77-FEAB-6FC1E4E19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6E0C4-EBCF-FFF2-E89F-7643345D7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35A5E8-3179-A4B8-233C-87F362489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429CD-AEA3-6CBC-1E81-AF732B896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B99D9-240A-3325-4DA7-03BE0308B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F43A7-FE65-93F5-776A-63EF6EE7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189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CDD9-0719-51FF-511C-E8431FCC2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C21B0-83D6-3A76-8525-6F2D95A4B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D69816-11F6-060F-FE0B-3858A7199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2288F-1502-59AA-0170-F2139410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D1307D-0270-124B-341A-B22647F7E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F1D6A-90C3-34C3-A043-01D5677B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34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E476-CF45-23E6-9B3B-BF4D8981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F5B4D-93F9-D96C-C817-621400CF6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FD494-22D3-53C1-91C1-E410D1950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84647-53CF-945F-A301-6955D5F84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61A55-469A-470F-8E59-954935694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02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EA0474-F9C2-26A7-470B-561F342E15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97C66-6255-B25F-2A1D-CCA3AEDE3C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B9BDF6-82CF-2C4F-F823-1AD645F6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7A9EFF-3040-B704-B2BD-E988FE9D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B6E43-5697-2285-66DC-FB0F437E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02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72A6F-1D4A-F82E-B2A8-3092BA628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85090-31C0-D652-3C55-3E0BB3EC5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45271-A3DF-C6E7-0B6E-BC7278CF5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6C7CB-BC89-4C54-9C8A-5638FFFA5BDE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48AE3-983C-7FDF-AC42-A51F96C66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561F4-C2EE-EE01-5E9B-B70588C4D4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88946-2E85-421C-BA78-784B1168E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7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0F14"/>
            </a:gs>
            <a:gs pos="100000">
              <a:srgbClr val="18182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80B8DF-5715-D03A-91E8-85C096A3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951C6C4-FDCD-469E-B3EC-3A5A12C19111}"/>
              </a:ext>
            </a:extLst>
          </p:cNvPr>
          <p:cNvSpPr/>
          <p:nvPr/>
        </p:nvSpPr>
        <p:spPr>
          <a:xfrm>
            <a:off x="457200" y="2444750"/>
            <a:ext cx="11277599" cy="1968500"/>
          </a:xfrm>
          <a:custGeom>
            <a:avLst/>
            <a:gdLst/>
            <a:ahLst/>
            <a:cxnLst/>
            <a:rect l="l" t="t" r="r" b="b"/>
            <a:pathLst>
              <a:path w="10212586" h="902494">
                <a:moveTo>
                  <a:pt x="4521399" y="212527"/>
                </a:moveTo>
                <a:lnTo>
                  <a:pt x="4521399" y="689372"/>
                </a:lnTo>
                <a:lnTo>
                  <a:pt x="4587479" y="689372"/>
                </a:lnTo>
                <a:cubicBezTo>
                  <a:pt x="4643835" y="689372"/>
                  <a:pt x="4683919" y="683121"/>
                  <a:pt x="4707731" y="670620"/>
                </a:cubicBezTo>
                <a:cubicBezTo>
                  <a:pt x="4731544" y="658118"/>
                  <a:pt x="4750197" y="636290"/>
                  <a:pt x="4763691" y="605135"/>
                </a:cubicBezTo>
                <a:cubicBezTo>
                  <a:pt x="4777185" y="573981"/>
                  <a:pt x="4783931" y="523478"/>
                  <a:pt x="4783931" y="453628"/>
                </a:cubicBezTo>
                <a:cubicBezTo>
                  <a:pt x="4783931" y="361156"/>
                  <a:pt x="4768850" y="297855"/>
                  <a:pt x="4738688" y="263724"/>
                </a:cubicBezTo>
                <a:cubicBezTo>
                  <a:pt x="4708525" y="229592"/>
                  <a:pt x="4658519" y="212527"/>
                  <a:pt x="4588669" y="212527"/>
                </a:cubicBezTo>
                <a:close/>
                <a:moveTo>
                  <a:pt x="3245049" y="204192"/>
                </a:moveTo>
                <a:cubicBezTo>
                  <a:pt x="3190677" y="204192"/>
                  <a:pt x="3147021" y="223441"/>
                  <a:pt x="3114080" y="261938"/>
                </a:cubicBezTo>
                <a:cubicBezTo>
                  <a:pt x="3081140" y="300435"/>
                  <a:pt x="3064669" y="364133"/>
                  <a:pt x="3064669" y="453033"/>
                </a:cubicBezTo>
                <a:cubicBezTo>
                  <a:pt x="3064669" y="541139"/>
                  <a:pt x="3081040" y="604441"/>
                  <a:pt x="3113783" y="642938"/>
                </a:cubicBezTo>
                <a:cubicBezTo>
                  <a:pt x="3146525" y="681435"/>
                  <a:pt x="3191074" y="700683"/>
                  <a:pt x="3247430" y="700683"/>
                </a:cubicBezTo>
                <a:cubicBezTo>
                  <a:pt x="3305374" y="700683"/>
                  <a:pt x="3350221" y="681831"/>
                  <a:pt x="3381971" y="644128"/>
                </a:cubicBezTo>
                <a:cubicBezTo>
                  <a:pt x="3413720" y="606425"/>
                  <a:pt x="3429596" y="538758"/>
                  <a:pt x="3429596" y="441127"/>
                </a:cubicBezTo>
                <a:cubicBezTo>
                  <a:pt x="3429596" y="358974"/>
                  <a:pt x="3413026" y="298946"/>
                  <a:pt x="3379887" y="261045"/>
                </a:cubicBezTo>
                <a:cubicBezTo>
                  <a:pt x="3346748" y="223143"/>
                  <a:pt x="3301802" y="204192"/>
                  <a:pt x="3245049" y="204192"/>
                </a:cubicBezTo>
                <a:close/>
                <a:moveTo>
                  <a:pt x="1206699" y="204192"/>
                </a:moveTo>
                <a:cubicBezTo>
                  <a:pt x="1152327" y="204192"/>
                  <a:pt x="1108671" y="223441"/>
                  <a:pt x="1075730" y="261938"/>
                </a:cubicBezTo>
                <a:cubicBezTo>
                  <a:pt x="1042789" y="300435"/>
                  <a:pt x="1026319" y="364133"/>
                  <a:pt x="1026319" y="453033"/>
                </a:cubicBezTo>
                <a:cubicBezTo>
                  <a:pt x="1026319" y="541139"/>
                  <a:pt x="1042690" y="604441"/>
                  <a:pt x="1075432" y="642938"/>
                </a:cubicBezTo>
                <a:cubicBezTo>
                  <a:pt x="1108175" y="681435"/>
                  <a:pt x="1152724" y="700683"/>
                  <a:pt x="1209080" y="700683"/>
                </a:cubicBezTo>
                <a:cubicBezTo>
                  <a:pt x="1267024" y="700683"/>
                  <a:pt x="1311871" y="681831"/>
                  <a:pt x="1343621" y="644128"/>
                </a:cubicBezTo>
                <a:cubicBezTo>
                  <a:pt x="1375371" y="606425"/>
                  <a:pt x="1391246" y="538758"/>
                  <a:pt x="1391246" y="441127"/>
                </a:cubicBezTo>
                <a:cubicBezTo>
                  <a:pt x="1391246" y="358974"/>
                  <a:pt x="1374676" y="298946"/>
                  <a:pt x="1341537" y="261045"/>
                </a:cubicBezTo>
                <a:cubicBezTo>
                  <a:pt x="1308398" y="223143"/>
                  <a:pt x="1263452" y="204192"/>
                  <a:pt x="1206699" y="204192"/>
                </a:cubicBezTo>
                <a:close/>
                <a:moveTo>
                  <a:pt x="8450461" y="14883"/>
                </a:moveTo>
                <a:lnTo>
                  <a:pt x="8702278" y="14883"/>
                </a:lnTo>
                <a:lnTo>
                  <a:pt x="9030890" y="497719"/>
                </a:lnTo>
                <a:lnTo>
                  <a:pt x="9030890" y="14883"/>
                </a:lnTo>
                <a:lnTo>
                  <a:pt x="9285089" y="14883"/>
                </a:lnTo>
                <a:lnTo>
                  <a:pt x="9285089" y="887611"/>
                </a:lnTo>
                <a:lnTo>
                  <a:pt x="9030890" y="887611"/>
                </a:lnTo>
                <a:lnTo>
                  <a:pt x="8704064" y="408422"/>
                </a:lnTo>
                <a:lnTo>
                  <a:pt x="8704064" y="887611"/>
                </a:lnTo>
                <a:lnTo>
                  <a:pt x="8450461" y="887611"/>
                </a:lnTo>
                <a:close/>
                <a:moveTo>
                  <a:pt x="6963966" y="14883"/>
                </a:moveTo>
                <a:lnTo>
                  <a:pt x="7234237" y="14883"/>
                </a:lnTo>
                <a:lnTo>
                  <a:pt x="7234237" y="887611"/>
                </a:lnTo>
                <a:lnTo>
                  <a:pt x="6963966" y="887611"/>
                </a:lnTo>
                <a:close/>
                <a:moveTo>
                  <a:pt x="5200055" y="14883"/>
                </a:moveTo>
                <a:lnTo>
                  <a:pt x="5922764" y="14883"/>
                </a:lnTo>
                <a:lnTo>
                  <a:pt x="5922764" y="201216"/>
                </a:lnTo>
                <a:lnTo>
                  <a:pt x="5470326" y="201216"/>
                </a:lnTo>
                <a:lnTo>
                  <a:pt x="5470326" y="339924"/>
                </a:lnTo>
                <a:lnTo>
                  <a:pt x="5890022" y="339924"/>
                </a:lnTo>
                <a:lnTo>
                  <a:pt x="5890022" y="517922"/>
                </a:lnTo>
                <a:lnTo>
                  <a:pt x="5470326" y="517922"/>
                </a:lnTo>
                <a:lnTo>
                  <a:pt x="5470326" y="689967"/>
                </a:lnTo>
                <a:lnTo>
                  <a:pt x="5935861" y="689967"/>
                </a:lnTo>
                <a:lnTo>
                  <a:pt x="5935861" y="887611"/>
                </a:lnTo>
                <a:lnTo>
                  <a:pt x="5200055" y="887611"/>
                </a:lnTo>
                <a:close/>
                <a:moveTo>
                  <a:pt x="4251722" y="14883"/>
                </a:moveTo>
                <a:lnTo>
                  <a:pt x="4652367" y="14883"/>
                </a:lnTo>
                <a:cubicBezTo>
                  <a:pt x="4731345" y="14883"/>
                  <a:pt x="4795143" y="25599"/>
                  <a:pt x="4843760" y="47030"/>
                </a:cubicBezTo>
                <a:cubicBezTo>
                  <a:pt x="4892377" y="68461"/>
                  <a:pt x="4932561" y="99219"/>
                  <a:pt x="4964311" y="139303"/>
                </a:cubicBezTo>
                <a:cubicBezTo>
                  <a:pt x="4996061" y="179388"/>
                  <a:pt x="5019080" y="226020"/>
                  <a:pt x="5033367" y="279202"/>
                </a:cubicBezTo>
                <a:cubicBezTo>
                  <a:pt x="5047655" y="332383"/>
                  <a:pt x="5054798" y="388739"/>
                  <a:pt x="5054798" y="448270"/>
                </a:cubicBezTo>
                <a:cubicBezTo>
                  <a:pt x="5054798" y="541536"/>
                  <a:pt x="5044182" y="613867"/>
                  <a:pt x="5022949" y="665262"/>
                </a:cubicBezTo>
                <a:cubicBezTo>
                  <a:pt x="5001716" y="716657"/>
                  <a:pt x="4972248" y="759718"/>
                  <a:pt x="4934545" y="794445"/>
                </a:cubicBezTo>
                <a:cubicBezTo>
                  <a:pt x="4896842" y="829171"/>
                  <a:pt x="4856361" y="852289"/>
                  <a:pt x="4813101" y="863799"/>
                </a:cubicBezTo>
                <a:cubicBezTo>
                  <a:pt x="4753967" y="879674"/>
                  <a:pt x="4700389" y="887611"/>
                  <a:pt x="4652367" y="887611"/>
                </a:cubicBezTo>
                <a:lnTo>
                  <a:pt x="4251722" y="887611"/>
                </a:lnTo>
                <a:close/>
                <a:moveTo>
                  <a:pt x="0" y="14883"/>
                </a:moveTo>
                <a:lnTo>
                  <a:pt x="269677" y="14883"/>
                </a:lnTo>
                <a:lnTo>
                  <a:pt x="269677" y="672703"/>
                </a:lnTo>
                <a:lnTo>
                  <a:pt x="690563" y="672703"/>
                </a:lnTo>
                <a:lnTo>
                  <a:pt x="690563" y="887611"/>
                </a:lnTo>
                <a:lnTo>
                  <a:pt x="0" y="887611"/>
                </a:lnTo>
                <a:close/>
                <a:moveTo>
                  <a:pt x="9824442" y="0"/>
                </a:moveTo>
                <a:cubicBezTo>
                  <a:pt x="9935964" y="0"/>
                  <a:pt x="10020994" y="20737"/>
                  <a:pt x="10079533" y="62210"/>
                </a:cubicBezTo>
                <a:cubicBezTo>
                  <a:pt x="10138073" y="103684"/>
                  <a:pt x="10172898" y="169664"/>
                  <a:pt x="10184011" y="260152"/>
                </a:cubicBezTo>
                <a:lnTo>
                  <a:pt x="9929812" y="275034"/>
                </a:lnTo>
                <a:cubicBezTo>
                  <a:pt x="9923065" y="235744"/>
                  <a:pt x="9908877" y="207169"/>
                  <a:pt x="9887247" y="189310"/>
                </a:cubicBezTo>
                <a:cubicBezTo>
                  <a:pt x="9865617" y="171450"/>
                  <a:pt x="9835753" y="162520"/>
                  <a:pt x="9797653" y="162520"/>
                </a:cubicBezTo>
                <a:cubicBezTo>
                  <a:pt x="9766300" y="162520"/>
                  <a:pt x="9742685" y="169168"/>
                  <a:pt x="9726811" y="182463"/>
                </a:cubicBezTo>
                <a:cubicBezTo>
                  <a:pt x="9710936" y="195759"/>
                  <a:pt x="9702998" y="211931"/>
                  <a:pt x="9702998" y="230981"/>
                </a:cubicBezTo>
                <a:cubicBezTo>
                  <a:pt x="9702998" y="244872"/>
                  <a:pt x="9709547" y="257374"/>
                  <a:pt x="9722643" y="268486"/>
                </a:cubicBezTo>
                <a:cubicBezTo>
                  <a:pt x="9735344" y="279995"/>
                  <a:pt x="9765506" y="290711"/>
                  <a:pt x="9813131" y="300633"/>
                </a:cubicBezTo>
                <a:cubicBezTo>
                  <a:pt x="9931003" y="326033"/>
                  <a:pt x="10015438" y="351731"/>
                  <a:pt x="10066436" y="377726"/>
                </a:cubicBezTo>
                <a:cubicBezTo>
                  <a:pt x="10117434" y="403721"/>
                  <a:pt x="10154543" y="435967"/>
                  <a:pt x="10177760" y="474464"/>
                </a:cubicBezTo>
                <a:cubicBezTo>
                  <a:pt x="10200977" y="512961"/>
                  <a:pt x="10212586" y="556022"/>
                  <a:pt x="10212586" y="603647"/>
                </a:cubicBezTo>
                <a:cubicBezTo>
                  <a:pt x="10212586" y="659606"/>
                  <a:pt x="10197107" y="711200"/>
                  <a:pt x="10166151" y="758428"/>
                </a:cubicBezTo>
                <a:cubicBezTo>
                  <a:pt x="10135195" y="805656"/>
                  <a:pt x="10091936" y="841474"/>
                  <a:pt x="10036373" y="865882"/>
                </a:cubicBezTo>
                <a:cubicBezTo>
                  <a:pt x="9980810" y="890290"/>
                  <a:pt x="9910762" y="902494"/>
                  <a:pt x="9826228" y="902494"/>
                </a:cubicBezTo>
                <a:cubicBezTo>
                  <a:pt x="9677796" y="902494"/>
                  <a:pt x="9575006" y="873919"/>
                  <a:pt x="9517856" y="816769"/>
                </a:cubicBezTo>
                <a:cubicBezTo>
                  <a:pt x="9460706" y="759619"/>
                  <a:pt x="9428361" y="686991"/>
                  <a:pt x="9420820" y="598884"/>
                </a:cubicBezTo>
                <a:lnTo>
                  <a:pt x="9677400" y="582811"/>
                </a:lnTo>
                <a:cubicBezTo>
                  <a:pt x="9682956" y="624483"/>
                  <a:pt x="9694267" y="656233"/>
                  <a:pt x="9711332" y="678061"/>
                </a:cubicBezTo>
                <a:cubicBezTo>
                  <a:pt x="9739113" y="713383"/>
                  <a:pt x="9778802" y="731044"/>
                  <a:pt x="9830395" y="731044"/>
                </a:cubicBezTo>
                <a:cubicBezTo>
                  <a:pt x="9868891" y="731044"/>
                  <a:pt x="9898558" y="722015"/>
                  <a:pt x="9919394" y="703957"/>
                </a:cubicBezTo>
                <a:cubicBezTo>
                  <a:pt x="9940230" y="685899"/>
                  <a:pt x="9950648" y="664964"/>
                  <a:pt x="9950648" y="641152"/>
                </a:cubicBezTo>
                <a:cubicBezTo>
                  <a:pt x="9950648" y="618530"/>
                  <a:pt x="9940727" y="598289"/>
                  <a:pt x="9920882" y="580430"/>
                </a:cubicBezTo>
                <a:cubicBezTo>
                  <a:pt x="9901038" y="562570"/>
                  <a:pt x="9855002" y="545703"/>
                  <a:pt x="9782770" y="529828"/>
                </a:cubicBezTo>
                <a:cubicBezTo>
                  <a:pt x="9664502" y="503238"/>
                  <a:pt x="9580166" y="467916"/>
                  <a:pt x="9529762" y="423863"/>
                </a:cubicBezTo>
                <a:cubicBezTo>
                  <a:pt x="9478962" y="379810"/>
                  <a:pt x="9453562" y="323652"/>
                  <a:pt x="9453562" y="255389"/>
                </a:cubicBezTo>
                <a:cubicBezTo>
                  <a:pt x="9453562" y="210542"/>
                  <a:pt x="9466560" y="168176"/>
                  <a:pt x="9492555" y="128290"/>
                </a:cubicBezTo>
                <a:cubicBezTo>
                  <a:pt x="9518551" y="88404"/>
                  <a:pt x="9557642" y="57051"/>
                  <a:pt x="9609832" y="34231"/>
                </a:cubicBezTo>
                <a:cubicBezTo>
                  <a:pt x="9662022" y="11410"/>
                  <a:pt x="9733558" y="0"/>
                  <a:pt x="9824442" y="0"/>
                </a:cubicBezTo>
                <a:close/>
                <a:moveTo>
                  <a:pt x="7866459" y="0"/>
                </a:moveTo>
                <a:cubicBezTo>
                  <a:pt x="7962899" y="0"/>
                  <a:pt x="8035032" y="8731"/>
                  <a:pt x="8082855" y="26194"/>
                </a:cubicBezTo>
                <a:cubicBezTo>
                  <a:pt x="8130679" y="43656"/>
                  <a:pt x="8170366" y="70743"/>
                  <a:pt x="8201917" y="107454"/>
                </a:cubicBezTo>
                <a:cubicBezTo>
                  <a:pt x="8233469" y="144165"/>
                  <a:pt x="8257182" y="190699"/>
                  <a:pt x="8273057" y="247055"/>
                </a:cubicBezTo>
                <a:lnTo>
                  <a:pt x="8012906" y="293489"/>
                </a:lnTo>
                <a:cubicBezTo>
                  <a:pt x="8002191" y="260549"/>
                  <a:pt x="7984033" y="235347"/>
                  <a:pt x="7958435" y="217885"/>
                </a:cubicBezTo>
                <a:cubicBezTo>
                  <a:pt x="7932837" y="200422"/>
                  <a:pt x="7900193" y="191691"/>
                  <a:pt x="7860506" y="191691"/>
                </a:cubicBezTo>
                <a:cubicBezTo>
                  <a:pt x="7801371" y="191691"/>
                  <a:pt x="7754243" y="212229"/>
                  <a:pt x="7719119" y="253306"/>
                </a:cubicBezTo>
                <a:cubicBezTo>
                  <a:pt x="7683995" y="294382"/>
                  <a:pt x="7666434" y="359370"/>
                  <a:pt x="7666434" y="448270"/>
                </a:cubicBezTo>
                <a:cubicBezTo>
                  <a:pt x="7666434" y="542727"/>
                  <a:pt x="7684194" y="610195"/>
                  <a:pt x="7719715" y="650677"/>
                </a:cubicBezTo>
                <a:cubicBezTo>
                  <a:pt x="7755235" y="691158"/>
                  <a:pt x="7804745" y="711399"/>
                  <a:pt x="7868245" y="711399"/>
                </a:cubicBezTo>
                <a:cubicBezTo>
                  <a:pt x="7898407" y="711399"/>
                  <a:pt x="7927181" y="707033"/>
                  <a:pt x="7954565" y="698302"/>
                </a:cubicBezTo>
                <a:cubicBezTo>
                  <a:pt x="7981949" y="689570"/>
                  <a:pt x="8013303" y="674688"/>
                  <a:pt x="8048625" y="653653"/>
                </a:cubicBezTo>
                <a:lnTo>
                  <a:pt x="8048625" y="571500"/>
                </a:lnTo>
                <a:lnTo>
                  <a:pt x="7868245" y="571500"/>
                </a:lnTo>
                <a:lnTo>
                  <a:pt x="7868245" y="389930"/>
                </a:lnTo>
                <a:lnTo>
                  <a:pt x="8284964" y="389930"/>
                </a:lnTo>
                <a:lnTo>
                  <a:pt x="8284964" y="762000"/>
                </a:lnTo>
                <a:cubicBezTo>
                  <a:pt x="8205192" y="816372"/>
                  <a:pt x="8134647" y="853381"/>
                  <a:pt x="8073330" y="873026"/>
                </a:cubicBezTo>
                <a:cubicBezTo>
                  <a:pt x="8012013" y="892671"/>
                  <a:pt x="7939285" y="902494"/>
                  <a:pt x="7855148" y="902494"/>
                </a:cubicBezTo>
                <a:cubicBezTo>
                  <a:pt x="7751563" y="902494"/>
                  <a:pt x="7667129" y="884833"/>
                  <a:pt x="7601843" y="849511"/>
                </a:cubicBezTo>
                <a:cubicBezTo>
                  <a:pt x="7536557" y="814189"/>
                  <a:pt x="7485955" y="761603"/>
                  <a:pt x="7450038" y="691753"/>
                </a:cubicBezTo>
                <a:cubicBezTo>
                  <a:pt x="7414121" y="621903"/>
                  <a:pt x="7396162" y="541734"/>
                  <a:pt x="7396162" y="451247"/>
                </a:cubicBezTo>
                <a:cubicBezTo>
                  <a:pt x="7396162" y="355997"/>
                  <a:pt x="7415808" y="273149"/>
                  <a:pt x="7455098" y="202704"/>
                </a:cubicBezTo>
                <a:cubicBezTo>
                  <a:pt x="7494389" y="132259"/>
                  <a:pt x="7551936" y="78780"/>
                  <a:pt x="7627739" y="42267"/>
                </a:cubicBezTo>
                <a:cubicBezTo>
                  <a:pt x="7686873" y="14089"/>
                  <a:pt x="7766447" y="0"/>
                  <a:pt x="7866459" y="0"/>
                </a:cubicBezTo>
                <a:close/>
                <a:moveTo>
                  <a:pt x="6433542" y="0"/>
                </a:moveTo>
                <a:cubicBezTo>
                  <a:pt x="6545064" y="0"/>
                  <a:pt x="6630095" y="20737"/>
                  <a:pt x="6688633" y="62210"/>
                </a:cubicBezTo>
                <a:cubicBezTo>
                  <a:pt x="6747172" y="103684"/>
                  <a:pt x="6781998" y="169664"/>
                  <a:pt x="6793111" y="260152"/>
                </a:cubicBezTo>
                <a:lnTo>
                  <a:pt x="6538912" y="275034"/>
                </a:lnTo>
                <a:cubicBezTo>
                  <a:pt x="6532166" y="235744"/>
                  <a:pt x="6517977" y="207169"/>
                  <a:pt x="6496348" y="189310"/>
                </a:cubicBezTo>
                <a:cubicBezTo>
                  <a:pt x="6474718" y="171450"/>
                  <a:pt x="6444853" y="162520"/>
                  <a:pt x="6406753" y="162520"/>
                </a:cubicBezTo>
                <a:cubicBezTo>
                  <a:pt x="6375400" y="162520"/>
                  <a:pt x="6351786" y="169168"/>
                  <a:pt x="6335911" y="182463"/>
                </a:cubicBezTo>
                <a:cubicBezTo>
                  <a:pt x="6320036" y="195759"/>
                  <a:pt x="6312098" y="211931"/>
                  <a:pt x="6312098" y="230981"/>
                </a:cubicBezTo>
                <a:cubicBezTo>
                  <a:pt x="6312098" y="244872"/>
                  <a:pt x="6318647" y="257374"/>
                  <a:pt x="6331744" y="268486"/>
                </a:cubicBezTo>
                <a:cubicBezTo>
                  <a:pt x="6344443" y="279995"/>
                  <a:pt x="6374606" y="290711"/>
                  <a:pt x="6422231" y="300633"/>
                </a:cubicBezTo>
                <a:cubicBezTo>
                  <a:pt x="6540103" y="326033"/>
                  <a:pt x="6624538" y="351731"/>
                  <a:pt x="6675537" y="377726"/>
                </a:cubicBezTo>
                <a:cubicBezTo>
                  <a:pt x="6726535" y="403721"/>
                  <a:pt x="6763643" y="435967"/>
                  <a:pt x="6786860" y="474464"/>
                </a:cubicBezTo>
                <a:cubicBezTo>
                  <a:pt x="6810077" y="512961"/>
                  <a:pt x="6821686" y="556022"/>
                  <a:pt x="6821686" y="603647"/>
                </a:cubicBezTo>
                <a:cubicBezTo>
                  <a:pt x="6821686" y="659606"/>
                  <a:pt x="6806208" y="711200"/>
                  <a:pt x="6775251" y="758428"/>
                </a:cubicBezTo>
                <a:cubicBezTo>
                  <a:pt x="6744295" y="805656"/>
                  <a:pt x="6701036" y="841474"/>
                  <a:pt x="6645473" y="865882"/>
                </a:cubicBezTo>
                <a:cubicBezTo>
                  <a:pt x="6589911" y="890290"/>
                  <a:pt x="6519862" y="902494"/>
                  <a:pt x="6435328" y="902494"/>
                </a:cubicBezTo>
                <a:cubicBezTo>
                  <a:pt x="6286897" y="902494"/>
                  <a:pt x="6184106" y="873919"/>
                  <a:pt x="6126956" y="816769"/>
                </a:cubicBezTo>
                <a:cubicBezTo>
                  <a:pt x="6069806" y="759619"/>
                  <a:pt x="6037461" y="686991"/>
                  <a:pt x="6029920" y="598884"/>
                </a:cubicBezTo>
                <a:lnTo>
                  <a:pt x="6286500" y="582811"/>
                </a:lnTo>
                <a:cubicBezTo>
                  <a:pt x="6292056" y="624483"/>
                  <a:pt x="6303367" y="656233"/>
                  <a:pt x="6320433" y="678061"/>
                </a:cubicBezTo>
                <a:cubicBezTo>
                  <a:pt x="6348214" y="713383"/>
                  <a:pt x="6387901" y="731044"/>
                  <a:pt x="6439495" y="731044"/>
                </a:cubicBezTo>
                <a:cubicBezTo>
                  <a:pt x="6477992" y="731044"/>
                  <a:pt x="6507658" y="722015"/>
                  <a:pt x="6528494" y="703957"/>
                </a:cubicBezTo>
                <a:cubicBezTo>
                  <a:pt x="6549330" y="685899"/>
                  <a:pt x="6559748" y="664964"/>
                  <a:pt x="6559748" y="641152"/>
                </a:cubicBezTo>
                <a:cubicBezTo>
                  <a:pt x="6559748" y="618530"/>
                  <a:pt x="6549826" y="598289"/>
                  <a:pt x="6529983" y="580430"/>
                </a:cubicBezTo>
                <a:cubicBezTo>
                  <a:pt x="6510139" y="562570"/>
                  <a:pt x="6464101" y="545703"/>
                  <a:pt x="6391870" y="529828"/>
                </a:cubicBezTo>
                <a:cubicBezTo>
                  <a:pt x="6273601" y="503238"/>
                  <a:pt x="6189266" y="467916"/>
                  <a:pt x="6138862" y="423863"/>
                </a:cubicBezTo>
                <a:cubicBezTo>
                  <a:pt x="6088063" y="379810"/>
                  <a:pt x="6062662" y="323652"/>
                  <a:pt x="6062662" y="255389"/>
                </a:cubicBezTo>
                <a:cubicBezTo>
                  <a:pt x="6062662" y="210542"/>
                  <a:pt x="6075660" y="168176"/>
                  <a:pt x="6101655" y="128290"/>
                </a:cubicBezTo>
                <a:cubicBezTo>
                  <a:pt x="6127651" y="88404"/>
                  <a:pt x="6166743" y="57051"/>
                  <a:pt x="6218932" y="34231"/>
                </a:cubicBezTo>
                <a:cubicBezTo>
                  <a:pt x="6271121" y="11410"/>
                  <a:pt x="6342658" y="0"/>
                  <a:pt x="6433542" y="0"/>
                </a:cubicBezTo>
                <a:close/>
                <a:moveTo>
                  <a:pt x="3245644" y="0"/>
                </a:moveTo>
                <a:cubicBezTo>
                  <a:pt x="3390900" y="0"/>
                  <a:pt x="3502819" y="38993"/>
                  <a:pt x="3581400" y="116979"/>
                </a:cubicBezTo>
                <a:cubicBezTo>
                  <a:pt x="3659982" y="194965"/>
                  <a:pt x="3699272" y="304205"/>
                  <a:pt x="3699272" y="444699"/>
                </a:cubicBezTo>
                <a:cubicBezTo>
                  <a:pt x="3699272" y="546695"/>
                  <a:pt x="3682107" y="630337"/>
                  <a:pt x="3647778" y="695623"/>
                </a:cubicBezTo>
                <a:cubicBezTo>
                  <a:pt x="3613448" y="760909"/>
                  <a:pt x="3563839" y="811709"/>
                  <a:pt x="3498950" y="848023"/>
                </a:cubicBezTo>
                <a:cubicBezTo>
                  <a:pt x="3434061" y="884337"/>
                  <a:pt x="3353197" y="902494"/>
                  <a:pt x="3256360" y="902494"/>
                </a:cubicBezTo>
                <a:cubicBezTo>
                  <a:pt x="3157935" y="902494"/>
                  <a:pt x="3076476" y="886817"/>
                  <a:pt x="3011984" y="855464"/>
                </a:cubicBezTo>
                <a:cubicBezTo>
                  <a:pt x="2947492" y="824111"/>
                  <a:pt x="2895203" y="774502"/>
                  <a:pt x="2855119" y="706636"/>
                </a:cubicBezTo>
                <a:cubicBezTo>
                  <a:pt x="2815035" y="638770"/>
                  <a:pt x="2794992" y="553839"/>
                  <a:pt x="2794992" y="451842"/>
                </a:cubicBezTo>
                <a:cubicBezTo>
                  <a:pt x="2794992" y="309364"/>
                  <a:pt x="2834680" y="198438"/>
                  <a:pt x="2914055" y="119063"/>
                </a:cubicBezTo>
                <a:cubicBezTo>
                  <a:pt x="2993430" y="39688"/>
                  <a:pt x="3103959" y="0"/>
                  <a:pt x="3245644" y="0"/>
                </a:cubicBezTo>
                <a:close/>
                <a:moveTo>
                  <a:pt x="2246710" y="0"/>
                </a:moveTo>
                <a:cubicBezTo>
                  <a:pt x="2343150" y="0"/>
                  <a:pt x="2415282" y="8731"/>
                  <a:pt x="2463106" y="26194"/>
                </a:cubicBezTo>
                <a:cubicBezTo>
                  <a:pt x="2510930" y="43656"/>
                  <a:pt x="2550617" y="70743"/>
                  <a:pt x="2582168" y="107454"/>
                </a:cubicBezTo>
                <a:cubicBezTo>
                  <a:pt x="2613720" y="144165"/>
                  <a:pt x="2637433" y="190699"/>
                  <a:pt x="2653308" y="247055"/>
                </a:cubicBezTo>
                <a:lnTo>
                  <a:pt x="2393157" y="293489"/>
                </a:lnTo>
                <a:cubicBezTo>
                  <a:pt x="2382441" y="260549"/>
                  <a:pt x="2364284" y="235347"/>
                  <a:pt x="2338685" y="217885"/>
                </a:cubicBezTo>
                <a:cubicBezTo>
                  <a:pt x="2313087" y="200422"/>
                  <a:pt x="2280444" y="191691"/>
                  <a:pt x="2240757" y="191691"/>
                </a:cubicBezTo>
                <a:cubicBezTo>
                  <a:pt x="2181622" y="191691"/>
                  <a:pt x="2134493" y="212229"/>
                  <a:pt x="2099370" y="253306"/>
                </a:cubicBezTo>
                <a:cubicBezTo>
                  <a:pt x="2064246" y="294382"/>
                  <a:pt x="2046685" y="359370"/>
                  <a:pt x="2046685" y="448270"/>
                </a:cubicBezTo>
                <a:cubicBezTo>
                  <a:pt x="2046685" y="542727"/>
                  <a:pt x="2064445" y="610195"/>
                  <a:pt x="2099965" y="650677"/>
                </a:cubicBezTo>
                <a:cubicBezTo>
                  <a:pt x="2135486" y="691158"/>
                  <a:pt x="2184996" y="711399"/>
                  <a:pt x="2248496" y="711399"/>
                </a:cubicBezTo>
                <a:cubicBezTo>
                  <a:pt x="2278658" y="711399"/>
                  <a:pt x="2307432" y="707033"/>
                  <a:pt x="2334816" y="698302"/>
                </a:cubicBezTo>
                <a:cubicBezTo>
                  <a:pt x="2362201" y="689570"/>
                  <a:pt x="2393554" y="674688"/>
                  <a:pt x="2428875" y="653653"/>
                </a:cubicBezTo>
                <a:lnTo>
                  <a:pt x="2428875" y="571500"/>
                </a:lnTo>
                <a:lnTo>
                  <a:pt x="2248496" y="571500"/>
                </a:lnTo>
                <a:lnTo>
                  <a:pt x="2248496" y="389930"/>
                </a:lnTo>
                <a:lnTo>
                  <a:pt x="2665215" y="389930"/>
                </a:lnTo>
                <a:lnTo>
                  <a:pt x="2665215" y="762000"/>
                </a:lnTo>
                <a:cubicBezTo>
                  <a:pt x="2585442" y="816372"/>
                  <a:pt x="2514898" y="853381"/>
                  <a:pt x="2453581" y="873026"/>
                </a:cubicBezTo>
                <a:cubicBezTo>
                  <a:pt x="2392263" y="892671"/>
                  <a:pt x="2319536" y="902494"/>
                  <a:pt x="2235399" y="902494"/>
                </a:cubicBezTo>
                <a:cubicBezTo>
                  <a:pt x="2131814" y="902494"/>
                  <a:pt x="2047379" y="884833"/>
                  <a:pt x="1982093" y="849511"/>
                </a:cubicBezTo>
                <a:cubicBezTo>
                  <a:pt x="1916807" y="814189"/>
                  <a:pt x="1866206" y="761603"/>
                  <a:pt x="1830289" y="691753"/>
                </a:cubicBezTo>
                <a:cubicBezTo>
                  <a:pt x="1794372" y="621903"/>
                  <a:pt x="1776413" y="541734"/>
                  <a:pt x="1776413" y="451247"/>
                </a:cubicBezTo>
                <a:cubicBezTo>
                  <a:pt x="1776413" y="355997"/>
                  <a:pt x="1796058" y="273149"/>
                  <a:pt x="1835349" y="202704"/>
                </a:cubicBezTo>
                <a:cubicBezTo>
                  <a:pt x="1874639" y="132259"/>
                  <a:pt x="1932186" y="78780"/>
                  <a:pt x="2007990" y="42267"/>
                </a:cubicBezTo>
                <a:cubicBezTo>
                  <a:pt x="2067124" y="14089"/>
                  <a:pt x="2146697" y="0"/>
                  <a:pt x="2246710" y="0"/>
                </a:cubicBezTo>
                <a:close/>
                <a:moveTo>
                  <a:pt x="1207294" y="0"/>
                </a:moveTo>
                <a:cubicBezTo>
                  <a:pt x="1352550" y="0"/>
                  <a:pt x="1464469" y="38993"/>
                  <a:pt x="1543050" y="116979"/>
                </a:cubicBezTo>
                <a:cubicBezTo>
                  <a:pt x="1621632" y="194965"/>
                  <a:pt x="1660922" y="304205"/>
                  <a:pt x="1660922" y="444699"/>
                </a:cubicBezTo>
                <a:cubicBezTo>
                  <a:pt x="1660922" y="546695"/>
                  <a:pt x="1643757" y="630337"/>
                  <a:pt x="1609428" y="695623"/>
                </a:cubicBezTo>
                <a:cubicBezTo>
                  <a:pt x="1575098" y="760909"/>
                  <a:pt x="1525489" y="811709"/>
                  <a:pt x="1460599" y="848023"/>
                </a:cubicBezTo>
                <a:cubicBezTo>
                  <a:pt x="1395711" y="884337"/>
                  <a:pt x="1314847" y="902494"/>
                  <a:pt x="1218010" y="902494"/>
                </a:cubicBezTo>
                <a:cubicBezTo>
                  <a:pt x="1119585" y="902494"/>
                  <a:pt x="1038126" y="886817"/>
                  <a:pt x="973634" y="855464"/>
                </a:cubicBezTo>
                <a:cubicBezTo>
                  <a:pt x="909142" y="824111"/>
                  <a:pt x="856854" y="774502"/>
                  <a:pt x="816769" y="706636"/>
                </a:cubicBezTo>
                <a:cubicBezTo>
                  <a:pt x="776685" y="638770"/>
                  <a:pt x="756643" y="553839"/>
                  <a:pt x="756643" y="451842"/>
                </a:cubicBezTo>
                <a:cubicBezTo>
                  <a:pt x="756643" y="309364"/>
                  <a:pt x="796330" y="198438"/>
                  <a:pt x="875705" y="119063"/>
                </a:cubicBezTo>
                <a:cubicBezTo>
                  <a:pt x="955080" y="39688"/>
                  <a:pt x="1065610" y="0"/>
                  <a:pt x="1207294" y="0"/>
                </a:cubicBezTo>
                <a:close/>
              </a:path>
            </a:pathLst>
          </a:custGeom>
          <a:noFill/>
          <a:ln>
            <a:solidFill>
              <a:schemeClr val="bg1"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effectLst>
                <a:reflection blurRad="6350" stA="55000" endA="50" endPos="85000" dir="5400000" sy="-100000" algn="bl" rotWithShape="0"/>
              </a:effectLst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6B34541-B7E5-55DE-56B4-063E41093BD6}"/>
              </a:ext>
            </a:extLst>
          </p:cNvPr>
          <p:cNvSpPr/>
          <p:nvPr/>
        </p:nvSpPr>
        <p:spPr>
          <a:xfrm>
            <a:off x="457199" y="4648199"/>
            <a:ext cx="11277599" cy="1968500"/>
          </a:xfrm>
          <a:custGeom>
            <a:avLst/>
            <a:gdLst/>
            <a:ahLst/>
            <a:cxnLst/>
            <a:rect l="l" t="t" r="r" b="b"/>
            <a:pathLst>
              <a:path w="10212586" h="902494">
                <a:moveTo>
                  <a:pt x="4521399" y="212527"/>
                </a:moveTo>
                <a:lnTo>
                  <a:pt x="4521399" y="689372"/>
                </a:lnTo>
                <a:lnTo>
                  <a:pt x="4587479" y="689372"/>
                </a:lnTo>
                <a:cubicBezTo>
                  <a:pt x="4643835" y="689372"/>
                  <a:pt x="4683919" y="683121"/>
                  <a:pt x="4707731" y="670620"/>
                </a:cubicBezTo>
                <a:cubicBezTo>
                  <a:pt x="4731544" y="658118"/>
                  <a:pt x="4750197" y="636290"/>
                  <a:pt x="4763691" y="605135"/>
                </a:cubicBezTo>
                <a:cubicBezTo>
                  <a:pt x="4777185" y="573981"/>
                  <a:pt x="4783931" y="523478"/>
                  <a:pt x="4783931" y="453628"/>
                </a:cubicBezTo>
                <a:cubicBezTo>
                  <a:pt x="4783931" y="361156"/>
                  <a:pt x="4768850" y="297855"/>
                  <a:pt x="4738688" y="263724"/>
                </a:cubicBezTo>
                <a:cubicBezTo>
                  <a:pt x="4708525" y="229592"/>
                  <a:pt x="4658519" y="212527"/>
                  <a:pt x="4588669" y="212527"/>
                </a:cubicBezTo>
                <a:close/>
                <a:moveTo>
                  <a:pt x="3245049" y="204192"/>
                </a:moveTo>
                <a:cubicBezTo>
                  <a:pt x="3190677" y="204192"/>
                  <a:pt x="3147021" y="223441"/>
                  <a:pt x="3114080" y="261938"/>
                </a:cubicBezTo>
                <a:cubicBezTo>
                  <a:pt x="3081140" y="300435"/>
                  <a:pt x="3064669" y="364133"/>
                  <a:pt x="3064669" y="453033"/>
                </a:cubicBezTo>
                <a:cubicBezTo>
                  <a:pt x="3064669" y="541139"/>
                  <a:pt x="3081040" y="604441"/>
                  <a:pt x="3113783" y="642938"/>
                </a:cubicBezTo>
                <a:cubicBezTo>
                  <a:pt x="3146525" y="681435"/>
                  <a:pt x="3191074" y="700683"/>
                  <a:pt x="3247430" y="700683"/>
                </a:cubicBezTo>
                <a:cubicBezTo>
                  <a:pt x="3305374" y="700683"/>
                  <a:pt x="3350221" y="681831"/>
                  <a:pt x="3381971" y="644128"/>
                </a:cubicBezTo>
                <a:cubicBezTo>
                  <a:pt x="3413720" y="606425"/>
                  <a:pt x="3429596" y="538758"/>
                  <a:pt x="3429596" y="441127"/>
                </a:cubicBezTo>
                <a:cubicBezTo>
                  <a:pt x="3429596" y="358974"/>
                  <a:pt x="3413026" y="298946"/>
                  <a:pt x="3379887" y="261045"/>
                </a:cubicBezTo>
                <a:cubicBezTo>
                  <a:pt x="3346748" y="223143"/>
                  <a:pt x="3301802" y="204192"/>
                  <a:pt x="3245049" y="204192"/>
                </a:cubicBezTo>
                <a:close/>
                <a:moveTo>
                  <a:pt x="1206699" y="204192"/>
                </a:moveTo>
                <a:cubicBezTo>
                  <a:pt x="1152327" y="204192"/>
                  <a:pt x="1108671" y="223441"/>
                  <a:pt x="1075730" y="261938"/>
                </a:cubicBezTo>
                <a:cubicBezTo>
                  <a:pt x="1042789" y="300435"/>
                  <a:pt x="1026319" y="364133"/>
                  <a:pt x="1026319" y="453033"/>
                </a:cubicBezTo>
                <a:cubicBezTo>
                  <a:pt x="1026319" y="541139"/>
                  <a:pt x="1042690" y="604441"/>
                  <a:pt x="1075432" y="642938"/>
                </a:cubicBezTo>
                <a:cubicBezTo>
                  <a:pt x="1108175" y="681435"/>
                  <a:pt x="1152724" y="700683"/>
                  <a:pt x="1209080" y="700683"/>
                </a:cubicBezTo>
                <a:cubicBezTo>
                  <a:pt x="1267024" y="700683"/>
                  <a:pt x="1311871" y="681831"/>
                  <a:pt x="1343621" y="644128"/>
                </a:cubicBezTo>
                <a:cubicBezTo>
                  <a:pt x="1375371" y="606425"/>
                  <a:pt x="1391246" y="538758"/>
                  <a:pt x="1391246" y="441127"/>
                </a:cubicBezTo>
                <a:cubicBezTo>
                  <a:pt x="1391246" y="358974"/>
                  <a:pt x="1374676" y="298946"/>
                  <a:pt x="1341537" y="261045"/>
                </a:cubicBezTo>
                <a:cubicBezTo>
                  <a:pt x="1308398" y="223143"/>
                  <a:pt x="1263452" y="204192"/>
                  <a:pt x="1206699" y="204192"/>
                </a:cubicBezTo>
                <a:close/>
                <a:moveTo>
                  <a:pt x="8450461" y="14883"/>
                </a:moveTo>
                <a:lnTo>
                  <a:pt x="8702278" y="14883"/>
                </a:lnTo>
                <a:lnTo>
                  <a:pt x="9030890" y="497719"/>
                </a:lnTo>
                <a:lnTo>
                  <a:pt x="9030890" y="14883"/>
                </a:lnTo>
                <a:lnTo>
                  <a:pt x="9285089" y="14883"/>
                </a:lnTo>
                <a:lnTo>
                  <a:pt x="9285089" y="887611"/>
                </a:lnTo>
                <a:lnTo>
                  <a:pt x="9030890" y="887611"/>
                </a:lnTo>
                <a:lnTo>
                  <a:pt x="8704064" y="408422"/>
                </a:lnTo>
                <a:lnTo>
                  <a:pt x="8704064" y="887611"/>
                </a:lnTo>
                <a:lnTo>
                  <a:pt x="8450461" y="887611"/>
                </a:lnTo>
                <a:close/>
                <a:moveTo>
                  <a:pt x="6963966" y="14883"/>
                </a:moveTo>
                <a:lnTo>
                  <a:pt x="7234237" y="14883"/>
                </a:lnTo>
                <a:lnTo>
                  <a:pt x="7234237" y="887611"/>
                </a:lnTo>
                <a:lnTo>
                  <a:pt x="6963966" y="887611"/>
                </a:lnTo>
                <a:close/>
                <a:moveTo>
                  <a:pt x="5200055" y="14883"/>
                </a:moveTo>
                <a:lnTo>
                  <a:pt x="5922764" y="14883"/>
                </a:lnTo>
                <a:lnTo>
                  <a:pt x="5922764" y="201216"/>
                </a:lnTo>
                <a:lnTo>
                  <a:pt x="5470326" y="201216"/>
                </a:lnTo>
                <a:lnTo>
                  <a:pt x="5470326" y="339924"/>
                </a:lnTo>
                <a:lnTo>
                  <a:pt x="5890022" y="339924"/>
                </a:lnTo>
                <a:lnTo>
                  <a:pt x="5890022" y="517922"/>
                </a:lnTo>
                <a:lnTo>
                  <a:pt x="5470326" y="517922"/>
                </a:lnTo>
                <a:lnTo>
                  <a:pt x="5470326" y="689967"/>
                </a:lnTo>
                <a:lnTo>
                  <a:pt x="5935861" y="689967"/>
                </a:lnTo>
                <a:lnTo>
                  <a:pt x="5935861" y="887611"/>
                </a:lnTo>
                <a:lnTo>
                  <a:pt x="5200055" y="887611"/>
                </a:lnTo>
                <a:close/>
                <a:moveTo>
                  <a:pt x="4251722" y="14883"/>
                </a:moveTo>
                <a:lnTo>
                  <a:pt x="4652367" y="14883"/>
                </a:lnTo>
                <a:cubicBezTo>
                  <a:pt x="4731345" y="14883"/>
                  <a:pt x="4795143" y="25599"/>
                  <a:pt x="4843760" y="47030"/>
                </a:cubicBezTo>
                <a:cubicBezTo>
                  <a:pt x="4892377" y="68461"/>
                  <a:pt x="4932561" y="99219"/>
                  <a:pt x="4964311" y="139303"/>
                </a:cubicBezTo>
                <a:cubicBezTo>
                  <a:pt x="4996061" y="179388"/>
                  <a:pt x="5019080" y="226020"/>
                  <a:pt x="5033367" y="279202"/>
                </a:cubicBezTo>
                <a:cubicBezTo>
                  <a:pt x="5047655" y="332383"/>
                  <a:pt x="5054798" y="388739"/>
                  <a:pt x="5054798" y="448270"/>
                </a:cubicBezTo>
                <a:cubicBezTo>
                  <a:pt x="5054798" y="541536"/>
                  <a:pt x="5044182" y="613867"/>
                  <a:pt x="5022949" y="665262"/>
                </a:cubicBezTo>
                <a:cubicBezTo>
                  <a:pt x="5001716" y="716657"/>
                  <a:pt x="4972248" y="759718"/>
                  <a:pt x="4934545" y="794445"/>
                </a:cubicBezTo>
                <a:cubicBezTo>
                  <a:pt x="4896842" y="829171"/>
                  <a:pt x="4856361" y="852289"/>
                  <a:pt x="4813101" y="863799"/>
                </a:cubicBezTo>
                <a:cubicBezTo>
                  <a:pt x="4753967" y="879674"/>
                  <a:pt x="4700389" y="887611"/>
                  <a:pt x="4652367" y="887611"/>
                </a:cubicBezTo>
                <a:lnTo>
                  <a:pt x="4251722" y="887611"/>
                </a:lnTo>
                <a:close/>
                <a:moveTo>
                  <a:pt x="0" y="14883"/>
                </a:moveTo>
                <a:lnTo>
                  <a:pt x="269677" y="14883"/>
                </a:lnTo>
                <a:lnTo>
                  <a:pt x="269677" y="672703"/>
                </a:lnTo>
                <a:lnTo>
                  <a:pt x="690563" y="672703"/>
                </a:lnTo>
                <a:lnTo>
                  <a:pt x="690563" y="887611"/>
                </a:lnTo>
                <a:lnTo>
                  <a:pt x="0" y="887611"/>
                </a:lnTo>
                <a:close/>
                <a:moveTo>
                  <a:pt x="9824442" y="0"/>
                </a:moveTo>
                <a:cubicBezTo>
                  <a:pt x="9935964" y="0"/>
                  <a:pt x="10020994" y="20737"/>
                  <a:pt x="10079533" y="62210"/>
                </a:cubicBezTo>
                <a:cubicBezTo>
                  <a:pt x="10138073" y="103684"/>
                  <a:pt x="10172898" y="169664"/>
                  <a:pt x="10184011" y="260152"/>
                </a:cubicBezTo>
                <a:lnTo>
                  <a:pt x="9929812" y="275034"/>
                </a:lnTo>
                <a:cubicBezTo>
                  <a:pt x="9923065" y="235744"/>
                  <a:pt x="9908877" y="207169"/>
                  <a:pt x="9887247" y="189310"/>
                </a:cubicBezTo>
                <a:cubicBezTo>
                  <a:pt x="9865617" y="171450"/>
                  <a:pt x="9835753" y="162520"/>
                  <a:pt x="9797653" y="162520"/>
                </a:cubicBezTo>
                <a:cubicBezTo>
                  <a:pt x="9766300" y="162520"/>
                  <a:pt x="9742685" y="169168"/>
                  <a:pt x="9726811" y="182463"/>
                </a:cubicBezTo>
                <a:cubicBezTo>
                  <a:pt x="9710936" y="195759"/>
                  <a:pt x="9702998" y="211931"/>
                  <a:pt x="9702998" y="230981"/>
                </a:cubicBezTo>
                <a:cubicBezTo>
                  <a:pt x="9702998" y="244872"/>
                  <a:pt x="9709547" y="257374"/>
                  <a:pt x="9722643" y="268486"/>
                </a:cubicBezTo>
                <a:cubicBezTo>
                  <a:pt x="9735344" y="279995"/>
                  <a:pt x="9765506" y="290711"/>
                  <a:pt x="9813131" y="300633"/>
                </a:cubicBezTo>
                <a:cubicBezTo>
                  <a:pt x="9931003" y="326033"/>
                  <a:pt x="10015438" y="351731"/>
                  <a:pt x="10066436" y="377726"/>
                </a:cubicBezTo>
                <a:cubicBezTo>
                  <a:pt x="10117434" y="403721"/>
                  <a:pt x="10154543" y="435967"/>
                  <a:pt x="10177760" y="474464"/>
                </a:cubicBezTo>
                <a:cubicBezTo>
                  <a:pt x="10200977" y="512961"/>
                  <a:pt x="10212586" y="556022"/>
                  <a:pt x="10212586" y="603647"/>
                </a:cubicBezTo>
                <a:cubicBezTo>
                  <a:pt x="10212586" y="659606"/>
                  <a:pt x="10197107" y="711200"/>
                  <a:pt x="10166151" y="758428"/>
                </a:cubicBezTo>
                <a:cubicBezTo>
                  <a:pt x="10135195" y="805656"/>
                  <a:pt x="10091936" y="841474"/>
                  <a:pt x="10036373" y="865882"/>
                </a:cubicBezTo>
                <a:cubicBezTo>
                  <a:pt x="9980810" y="890290"/>
                  <a:pt x="9910762" y="902494"/>
                  <a:pt x="9826228" y="902494"/>
                </a:cubicBezTo>
                <a:cubicBezTo>
                  <a:pt x="9677796" y="902494"/>
                  <a:pt x="9575006" y="873919"/>
                  <a:pt x="9517856" y="816769"/>
                </a:cubicBezTo>
                <a:cubicBezTo>
                  <a:pt x="9460706" y="759619"/>
                  <a:pt x="9428361" y="686991"/>
                  <a:pt x="9420820" y="598884"/>
                </a:cubicBezTo>
                <a:lnTo>
                  <a:pt x="9677400" y="582811"/>
                </a:lnTo>
                <a:cubicBezTo>
                  <a:pt x="9682956" y="624483"/>
                  <a:pt x="9694267" y="656233"/>
                  <a:pt x="9711332" y="678061"/>
                </a:cubicBezTo>
                <a:cubicBezTo>
                  <a:pt x="9739113" y="713383"/>
                  <a:pt x="9778802" y="731044"/>
                  <a:pt x="9830395" y="731044"/>
                </a:cubicBezTo>
                <a:cubicBezTo>
                  <a:pt x="9868891" y="731044"/>
                  <a:pt x="9898558" y="722015"/>
                  <a:pt x="9919394" y="703957"/>
                </a:cubicBezTo>
                <a:cubicBezTo>
                  <a:pt x="9940230" y="685899"/>
                  <a:pt x="9950648" y="664964"/>
                  <a:pt x="9950648" y="641152"/>
                </a:cubicBezTo>
                <a:cubicBezTo>
                  <a:pt x="9950648" y="618530"/>
                  <a:pt x="9940727" y="598289"/>
                  <a:pt x="9920882" y="580430"/>
                </a:cubicBezTo>
                <a:cubicBezTo>
                  <a:pt x="9901038" y="562570"/>
                  <a:pt x="9855002" y="545703"/>
                  <a:pt x="9782770" y="529828"/>
                </a:cubicBezTo>
                <a:cubicBezTo>
                  <a:pt x="9664502" y="503238"/>
                  <a:pt x="9580166" y="467916"/>
                  <a:pt x="9529762" y="423863"/>
                </a:cubicBezTo>
                <a:cubicBezTo>
                  <a:pt x="9478962" y="379810"/>
                  <a:pt x="9453562" y="323652"/>
                  <a:pt x="9453562" y="255389"/>
                </a:cubicBezTo>
                <a:cubicBezTo>
                  <a:pt x="9453562" y="210542"/>
                  <a:pt x="9466560" y="168176"/>
                  <a:pt x="9492555" y="128290"/>
                </a:cubicBezTo>
                <a:cubicBezTo>
                  <a:pt x="9518551" y="88404"/>
                  <a:pt x="9557642" y="57051"/>
                  <a:pt x="9609832" y="34231"/>
                </a:cubicBezTo>
                <a:cubicBezTo>
                  <a:pt x="9662022" y="11410"/>
                  <a:pt x="9733558" y="0"/>
                  <a:pt x="9824442" y="0"/>
                </a:cubicBezTo>
                <a:close/>
                <a:moveTo>
                  <a:pt x="7866459" y="0"/>
                </a:moveTo>
                <a:cubicBezTo>
                  <a:pt x="7962899" y="0"/>
                  <a:pt x="8035032" y="8731"/>
                  <a:pt x="8082855" y="26194"/>
                </a:cubicBezTo>
                <a:cubicBezTo>
                  <a:pt x="8130679" y="43656"/>
                  <a:pt x="8170366" y="70743"/>
                  <a:pt x="8201917" y="107454"/>
                </a:cubicBezTo>
                <a:cubicBezTo>
                  <a:pt x="8233469" y="144165"/>
                  <a:pt x="8257182" y="190699"/>
                  <a:pt x="8273057" y="247055"/>
                </a:cubicBezTo>
                <a:lnTo>
                  <a:pt x="8012906" y="293489"/>
                </a:lnTo>
                <a:cubicBezTo>
                  <a:pt x="8002191" y="260549"/>
                  <a:pt x="7984033" y="235347"/>
                  <a:pt x="7958435" y="217885"/>
                </a:cubicBezTo>
                <a:cubicBezTo>
                  <a:pt x="7932837" y="200422"/>
                  <a:pt x="7900193" y="191691"/>
                  <a:pt x="7860506" y="191691"/>
                </a:cubicBezTo>
                <a:cubicBezTo>
                  <a:pt x="7801371" y="191691"/>
                  <a:pt x="7754243" y="212229"/>
                  <a:pt x="7719119" y="253306"/>
                </a:cubicBezTo>
                <a:cubicBezTo>
                  <a:pt x="7683995" y="294382"/>
                  <a:pt x="7666434" y="359370"/>
                  <a:pt x="7666434" y="448270"/>
                </a:cubicBezTo>
                <a:cubicBezTo>
                  <a:pt x="7666434" y="542727"/>
                  <a:pt x="7684194" y="610195"/>
                  <a:pt x="7719715" y="650677"/>
                </a:cubicBezTo>
                <a:cubicBezTo>
                  <a:pt x="7755235" y="691158"/>
                  <a:pt x="7804745" y="711399"/>
                  <a:pt x="7868245" y="711399"/>
                </a:cubicBezTo>
                <a:cubicBezTo>
                  <a:pt x="7898407" y="711399"/>
                  <a:pt x="7927181" y="707033"/>
                  <a:pt x="7954565" y="698302"/>
                </a:cubicBezTo>
                <a:cubicBezTo>
                  <a:pt x="7981949" y="689570"/>
                  <a:pt x="8013303" y="674688"/>
                  <a:pt x="8048625" y="653653"/>
                </a:cubicBezTo>
                <a:lnTo>
                  <a:pt x="8048625" y="571500"/>
                </a:lnTo>
                <a:lnTo>
                  <a:pt x="7868245" y="571500"/>
                </a:lnTo>
                <a:lnTo>
                  <a:pt x="7868245" y="389930"/>
                </a:lnTo>
                <a:lnTo>
                  <a:pt x="8284964" y="389930"/>
                </a:lnTo>
                <a:lnTo>
                  <a:pt x="8284964" y="762000"/>
                </a:lnTo>
                <a:cubicBezTo>
                  <a:pt x="8205192" y="816372"/>
                  <a:pt x="8134647" y="853381"/>
                  <a:pt x="8073330" y="873026"/>
                </a:cubicBezTo>
                <a:cubicBezTo>
                  <a:pt x="8012013" y="892671"/>
                  <a:pt x="7939285" y="902494"/>
                  <a:pt x="7855148" y="902494"/>
                </a:cubicBezTo>
                <a:cubicBezTo>
                  <a:pt x="7751563" y="902494"/>
                  <a:pt x="7667129" y="884833"/>
                  <a:pt x="7601843" y="849511"/>
                </a:cubicBezTo>
                <a:cubicBezTo>
                  <a:pt x="7536557" y="814189"/>
                  <a:pt x="7485955" y="761603"/>
                  <a:pt x="7450038" y="691753"/>
                </a:cubicBezTo>
                <a:cubicBezTo>
                  <a:pt x="7414121" y="621903"/>
                  <a:pt x="7396162" y="541734"/>
                  <a:pt x="7396162" y="451247"/>
                </a:cubicBezTo>
                <a:cubicBezTo>
                  <a:pt x="7396162" y="355997"/>
                  <a:pt x="7415808" y="273149"/>
                  <a:pt x="7455098" y="202704"/>
                </a:cubicBezTo>
                <a:cubicBezTo>
                  <a:pt x="7494389" y="132259"/>
                  <a:pt x="7551936" y="78780"/>
                  <a:pt x="7627739" y="42267"/>
                </a:cubicBezTo>
                <a:cubicBezTo>
                  <a:pt x="7686873" y="14089"/>
                  <a:pt x="7766447" y="0"/>
                  <a:pt x="7866459" y="0"/>
                </a:cubicBezTo>
                <a:close/>
                <a:moveTo>
                  <a:pt x="6433542" y="0"/>
                </a:moveTo>
                <a:cubicBezTo>
                  <a:pt x="6545064" y="0"/>
                  <a:pt x="6630095" y="20737"/>
                  <a:pt x="6688633" y="62210"/>
                </a:cubicBezTo>
                <a:cubicBezTo>
                  <a:pt x="6747172" y="103684"/>
                  <a:pt x="6781998" y="169664"/>
                  <a:pt x="6793111" y="260152"/>
                </a:cubicBezTo>
                <a:lnTo>
                  <a:pt x="6538912" y="275034"/>
                </a:lnTo>
                <a:cubicBezTo>
                  <a:pt x="6532166" y="235744"/>
                  <a:pt x="6517977" y="207169"/>
                  <a:pt x="6496348" y="189310"/>
                </a:cubicBezTo>
                <a:cubicBezTo>
                  <a:pt x="6474718" y="171450"/>
                  <a:pt x="6444853" y="162520"/>
                  <a:pt x="6406753" y="162520"/>
                </a:cubicBezTo>
                <a:cubicBezTo>
                  <a:pt x="6375400" y="162520"/>
                  <a:pt x="6351786" y="169168"/>
                  <a:pt x="6335911" y="182463"/>
                </a:cubicBezTo>
                <a:cubicBezTo>
                  <a:pt x="6320036" y="195759"/>
                  <a:pt x="6312098" y="211931"/>
                  <a:pt x="6312098" y="230981"/>
                </a:cubicBezTo>
                <a:cubicBezTo>
                  <a:pt x="6312098" y="244872"/>
                  <a:pt x="6318647" y="257374"/>
                  <a:pt x="6331744" y="268486"/>
                </a:cubicBezTo>
                <a:cubicBezTo>
                  <a:pt x="6344443" y="279995"/>
                  <a:pt x="6374606" y="290711"/>
                  <a:pt x="6422231" y="300633"/>
                </a:cubicBezTo>
                <a:cubicBezTo>
                  <a:pt x="6540103" y="326033"/>
                  <a:pt x="6624538" y="351731"/>
                  <a:pt x="6675537" y="377726"/>
                </a:cubicBezTo>
                <a:cubicBezTo>
                  <a:pt x="6726535" y="403721"/>
                  <a:pt x="6763643" y="435967"/>
                  <a:pt x="6786860" y="474464"/>
                </a:cubicBezTo>
                <a:cubicBezTo>
                  <a:pt x="6810077" y="512961"/>
                  <a:pt x="6821686" y="556022"/>
                  <a:pt x="6821686" y="603647"/>
                </a:cubicBezTo>
                <a:cubicBezTo>
                  <a:pt x="6821686" y="659606"/>
                  <a:pt x="6806208" y="711200"/>
                  <a:pt x="6775251" y="758428"/>
                </a:cubicBezTo>
                <a:cubicBezTo>
                  <a:pt x="6744295" y="805656"/>
                  <a:pt x="6701036" y="841474"/>
                  <a:pt x="6645473" y="865882"/>
                </a:cubicBezTo>
                <a:cubicBezTo>
                  <a:pt x="6589911" y="890290"/>
                  <a:pt x="6519862" y="902494"/>
                  <a:pt x="6435328" y="902494"/>
                </a:cubicBezTo>
                <a:cubicBezTo>
                  <a:pt x="6286897" y="902494"/>
                  <a:pt x="6184106" y="873919"/>
                  <a:pt x="6126956" y="816769"/>
                </a:cubicBezTo>
                <a:cubicBezTo>
                  <a:pt x="6069806" y="759619"/>
                  <a:pt x="6037461" y="686991"/>
                  <a:pt x="6029920" y="598884"/>
                </a:cubicBezTo>
                <a:lnTo>
                  <a:pt x="6286500" y="582811"/>
                </a:lnTo>
                <a:cubicBezTo>
                  <a:pt x="6292056" y="624483"/>
                  <a:pt x="6303367" y="656233"/>
                  <a:pt x="6320433" y="678061"/>
                </a:cubicBezTo>
                <a:cubicBezTo>
                  <a:pt x="6348214" y="713383"/>
                  <a:pt x="6387901" y="731044"/>
                  <a:pt x="6439495" y="731044"/>
                </a:cubicBezTo>
                <a:cubicBezTo>
                  <a:pt x="6477992" y="731044"/>
                  <a:pt x="6507658" y="722015"/>
                  <a:pt x="6528494" y="703957"/>
                </a:cubicBezTo>
                <a:cubicBezTo>
                  <a:pt x="6549330" y="685899"/>
                  <a:pt x="6559748" y="664964"/>
                  <a:pt x="6559748" y="641152"/>
                </a:cubicBezTo>
                <a:cubicBezTo>
                  <a:pt x="6559748" y="618530"/>
                  <a:pt x="6549826" y="598289"/>
                  <a:pt x="6529983" y="580430"/>
                </a:cubicBezTo>
                <a:cubicBezTo>
                  <a:pt x="6510139" y="562570"/>
                  <a:pt x="6464101" y="545703"/>
                  <a:pt x="6391870" y="529828"/>
                </a:cubicBezTo>
                <a:cubicBezTo>
                  <a:pt x="6273601" y="503238"/>
                  <a:pt x="6189266" y="467916"/>
                  <a:pt x="6138862" y="423863"/>
                </a:cubicBezTo>
                <a:cubicBezTo>
                  <a:pt x="6088063" y="379810"/>
                  <a:pt x="6062662" y="323652"/>
                  <a:pt x="6062662" y="255389"/>
                </a:cubicBezTo>
                <a:cubicBezTo>
                  <a:pt x="6062662" y="210542"/>
                  <a:pt x="6075660" y="168176"/>
                  <a:pt x="6101655" y="128290"/>
                </a:cubicBezTo>
                <a:cubicBezTo>
                  <a:pt x="6127651" y="88404"/>
                  <a:pt x="6166743" y="57051"/>
                  <a:pt x="6218932" y="34231"/>
                </a:cubicBezTo>
                <a:cubicBezTo>
                  <a:pt x="6271121" y="11410"/>
                  <a:pt x="6342658" y="0"/>
                  <a:pt x="6433542" y="0"/>
                </a:cubicBezTo>
                <a:close/>
                <a:moveTo>
                  <a:pt x="3245644" y="0"/>
                </a:moveTo>
                <a:cubicBezTo>
                  <a:pt x="3390900" y="0"/>
                  <a:pt x="3502819" y="38993"/>
                  <a:pt x="3581400" y="116979"/>
                </a:cubicBezTo>
                <a:cubicBezTo>
                  <a:pt x="3659982" y="194965"/>
                  <a:pt x="3699272" y="304205"/>
                  <a:pt x="3699272" y="444699"/>
                </a:cubicBezTo>
                <a:cubicBezTo>
                  <a:pt x="3699272" y="546695"/>
                  <a:pt x="3682107" y="630337"/>
                  <a:pt x="3647778" y="695623"/>
                </a:cubicBezTo>
                <a:cubicBezTo>
                  <a:pt x="3613448" y="760909"/>
                  <a:pt x="3563839" y="811709"/>
                  <a:pt x="3498950" y="848023"/>
                </a:cubicBezTo>
                <a:cubicBezTo>
                  <a:pt x="3434061" y="884337"/>
                  <a:pt x="3353197" y="902494"/>
                  <a:pt x="3256360" y="902494"/>
                </a:cubicBezTo>
                <a:cubicBezTo>
                  <a:pt x="3157935" y="902494"/>
                  <a:pt x="3076476" y="886817"/>
                  <a:pt x="3011984" y="855464"/>
                </a:cubicBezTo>
                <a:cubicBezTo>
                  <a:pt x="2947492" y="824111"/>
                  <a:pt x="2895203" y="774502"/>
                  <a:pt x="2855119" y="706636"/>
                </a:cubicBezTo>
                <a:cubicBezTo>
                  <a:pt x="2815035" y="638770"/>
                  <a:pt x="2794992" y="553839"/>
                  <a:pt x="2794992" y="451842"/>
                </a:cubicBezTo>
                <a:cubicBezTo>
                  <a:pt x="2794992" y="309364"/>
                  <a:pt x="2834680" y="198438"/>
                  <a:pt x="2914055" y="119063"/>
                </a:cubicBezTo>
                <a:cubicBezTo>
                  <a:pt x="2993430" y="39688"/>
                  <a:pt x="3103959" y="0"/>
                  <a:pt x="3245644" y="0"/>
                </a:cubicBezTo>
                <a:close/>
                <a:moveTo>
                  <a:pt x="2246710" y="0"/>
                </a:moveTo>
                <a:cubicBezTo>
                  <a:pt x="2343150" y="0"/>
                  <a:pt x="2415282" y="8731"/>
                  <a:pt x="2463106" y="26194"/>
                </a:cubicBezTo>
                <a:cubicBezTo>
                  <a:pt x="2510930" y="43656"/>
                  <a:pt x="2550617" y="70743"/>
                  <a:pt x="2582168" y="107454"/>
                </a:cubicBezTo>
                <a:cubicBezTo>
                  <a:pt x="2613720" y="144165"/>
                  <a:pt x="2637433" y="190699"/>
                  <a:pt x="2653308" y="247055"/>
                </a:cubicBezTo>
                <a:lnTo>
                  <a:pt x="2393157" y="293489"/>
                </a:lnTo>
                <a:cubicBezTo>
                  <a:pt x="2382441" y="260549"/>
                  <a:pt x="2364284" y="235347"/>
                  <a:pt x="2338685" y="217885"/>
                </a:cubicBezTo>
                <a:cubicBezTo>
                  <a:pt x="2313087" y="200422"/>
                  <a:pt x="2280444" y="191691"/>
                  <a:pt x="2240757" y="191691"/>
                </a:cubicBezTo>
                <a:cubicBezTo>
                  <a:pt x="2181622" y="191691"/>
                  <a:pt x="2134493" y="212229"/>
                  <a:pt x="2099370" y="253306"/>
                </a:cubicBezTo>
                <a:cubicBezTo>
                  <a:pt x="2064246" y="294382"/>
                  <a:pt x="2046685" y="359370"/>
                  <a:pt x="2046685" y="448270"/>
                </a:cubicBezTo>
                <a:cubicBezTo>
                  <a:pt x="2046685" y="542727"/>
                  <a:pt x="2064445" y="610195"/>
                  <a:pt x="2099965" y="650677"/>
                </a:cubicBezTo>
                <a:cubicBezTo>
                  <a:pt x="2135486" y="691158"/>
                  <a:pt x="2184996" y="711399"/>
                  <a:pt x="2248496" y="711399"/>
                </a:cubicBezTo>
                <a:cubicBezTo>
                  <a:pt x="2278658" y="711399"/>
                  <a:pt x="2307432" y="707033"/>
                  <a:pt x="2334816" y="698302"/>
                </a:cubicBezTo>
                <a:cubicBezTo>
                  <a:pt x="2362201" y="689570"/>
                  <a:pt x="2393554" y="674688"/>
                  <a:pt x="2428875" y="653653"/>
                </a:cubicBezTo>
                <a:lnTo>
                  <a:pt x="2428875" y="571500"/>
                </a:lnTo>
                <a:lnTo>
                  <a:pt x="2248496" y="571500"/>
                </a:lnTo>
                <a:lnTo>
                  <a:pt x="2248496" y="389930"/>
                </a:lnTo>
                <a:lnTo>
                  <a:pt x="2665215" y="389930"/>
                </a:lnTo>
                <a:lnTo>
                  <a:pt x="2665215" y="762000"/>
                </a:lnTo>
                <a:cubicBezTo>
                  <a:pt x="2585442" y="816372"/>
                  <a:pt x="2514898" y="853381"/>
                  <a:pt x="2453581" y="873026"/>
                </a:cubicBezTo>
                <a:cubicBezTo>
                  <a:pt x="2392263" y="892671"/>
                  <a:pt x="2319536" y="902494"/>
                  <a:pt x="2235399" y="902494"/>
                </a:cubicBezTo>
                <a:cubicBezTo>
                  <a:pt x="2131814" y="902494"/>
                  <a:pt x="2047379" y="884833"/>
                  <a:pt x="1982093" y="849511"/>
                </a:cubicBezTo>
                <a:cubicBezTo>
                  <a:pt x="1916807" y="814189"/>
                  <a:pt x="1866206" y="761603"/>
                  <a:pt x="1830289" y="691753"/>
                </a:cubicBezTo>
                <a:cubicBezTo>
                  <a:pt x="1794372" y="621903"/>
                  <a:pt x="1776413" y="541734"/>
                  <a:pt x="1776413" y="451247"/>
                </a:cubicBezTo>
                <a:cubicBezTo>
                  <a:pt x="1776413" y="355997"/>
                  <a:pt x="1796058" y="273149"/>
                  <a:pt x="1835349" y="202704"/>
                </a:cubicBezTo>
                <a:cubicBezTo>
                  <a:pt x="1874639" y="132259"/>
                  <a:pt x="1932186" y="78780"/>
                  <a:pt x="2007990" y="42267"/>
                </a:cubicBezTo>
                <a:cubicBezTo>
                  <a:pt x="2067124" y="14089"/>
                  <a:pt x="2146697" y="0"/>
                  <a:pt x="2246710" y="0"/>
                </a:cubicBezTo>
                <a:close/>
                <a:moveTo>
                  <a:pt x="1207294" y="0"/>
                </a:moveTo>
                <a:cubicBezTo>
                  <a:pt x="1352550" y="0"/>
                  <a:pt x="1464469" y="38993"/>
                  <a:pt x="1543050" y="116979"/>
                </a:cubicBezTo>
                <a:cubicBezTo>
                  <a:pt x="1621632" y="194965"/>
                  <a:pt x="1660922" y="304205"/>
                  <a:pt x="1660922" y="444699"/>
                </a:cubicBezTo>
                <a:cubicBezTo>
                  <a:pt x="1660922" y="546695"/>
                  <a:pt x="1643757" y="630337"/>
                  <a:pt x="1609428" y="695623"/>
                </a:cubicBezTo>
                <a:cubicBezTo>
                  <a:pt x="1575098" y="760909"/>
                  <a:pt x="1525489" y="811709"/>
                  <a:pt x="1460599" y="848023"/>
                </a:cubicBezTo>
                <a:cubicBezTo>
                  <a:pt x="1395711" y="884337"/>
                  <a:pt x="1314847" y="902494"/>
                  <a:pt x="1218010" y="902494"/>
                </a:cubicBezTo>
                <a:cubicBezTo>
                  <a:pt x="1119585" y="902494"/>
                  <a:pt x="1038126" y="886817"/>
                  <a:pt x="973634" y="855464"/>
                </a:cubicBezTo>
                <a:cubicBezTo>
                  <a:pt x="909142" y="824111"/>
                  <a:pt x="856854" y="774502"/>
                  <a:pt x="816769" y="706636"/>
                </a:cubicBezTo>
                <a:cubicBezTo>
                  <a:pt x="776685" y="638770"/>
                  <a:pt x="756643" y="553839"/>
                  <a:pt x="756643" y="451842"/>
                </a:cubicBezTo>
                <a:cubicBezTo>
                  <a:pt x="756643" y="309364"/>
                  <a:pt x="796330" y="198438"/>
                  <a:pt x="875705" y="119063"/>
                </a:cubicBezTo>
                <a:cubicBezTo>
                  <a:pt x="955080" y="39688"/>
                  <a:pt x="1065610" y="0"/>
                  <a:pt x="1207294" y="0"/>
                </a:cubicBezTo>
                <a:close/>
              </a:path>
            </a:pathLst>
          </a:custGeom>
          <a:noFill/>
          <a:ln>
            <a:solidFill>
              <a:schemeClr val="bg1">
                <a:alpha val="2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effectLst>
                <a:reflection blurRad="6350" stA="55000" endA="50" endPos="85000" dir="5400000" sy="-100000" algn="bl" rotWithShape="0"/>
              </a:effectLst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D5C638F-31C7-634E-9755-AFEDB0447EAB}"/>
              </a:ext>
            </a:extLst>
          </p:cNvPr>
          <p:cNvSpPr/>
          <p:nvPr/>
        </p:nvSpPr>
        <p:spPr>
          <a:xfrm>
            <a:off x="457201" y="177801"/>
            <a:ext cx="11277599" cy="1968500"/>
          </a:xfrm>
          <a:custGeom>
            <a:avLst/>
            <a:gdLst/>
            <a:ahLst/>
            <a:cxnLst/>
            <a:rect l="l" t="t" r="r" b="b"/>
            <a:pathLst>
              <a:path w="10212586" h="902494">
                <a:moveTo>
                  <a:pt x="4521399" y="212527"/>
                </a:moveTo>
                <a:lnTo>
                  <a:pt x="4521399" y="689372"/>
                </a:lnTo>
                <a:lnTo>
                  <a:pt x="4587479" y="689372"/>
                </a:lnTo>
                <a:cubicBezTo>
                  <a:pt x="4643835" y="689372"/>
                  <a:pt x="4683919" y="683121"/>
                  <a:pt x="4707731" y="670620"/>
                </a:cubicBezTo>
                <a:cubicBezTo>
                  <a:pt x="4731544" y="658118"/>
                  <a:pt x="4750197" y="636290"/>
                  <a:pt x="4763691" y="605135"/>
                </a:cubicBezTo>
                <a:cubicBezTo>
                  <a:pt x="4777185" y="573981"/>
                  <a:pt x="4783931" y="523478"/>
                  <a:pt x="4783931" y="453628"/>
                </a:cubicBezTo>
                <a:cubicBezTo>
                  <a:pt x="4783931" y="361156"/>
                  <a:pt x="4768850" y="297855"/>
                  <a:pt x="4738688" y="263724"/>
                </a:cubicBezTo>
                <a:cubicBezTo>
                  <a:pt x="4708525" y="229592"/>
                  <a:pt x="4658519" y="212527"/>
                  <a:pt x="4588669" y="212527"/>
                </a:cubicBezTo>
                <a:close/>
                <a:moveTo>
                  <a:pt x="3245049" y="204192"/>
                </a:moveTo>
                <a:cubicBezTo>
                  <a:pt x="3190677" y="204192"/>
                  <a:pt x="3147021" y="223441"/>
                  <a:pt x="3114080" y="261938"/>
                </a:cubicBezTo>
                <a:cubicBezTo>
                  <a:pt x="3081140" y="300435"/>
                  <a:pt x="3064669" y="364133"/>
                  <a:pt x="3064669" y="453033"/>
                </a:cubicBezTo>
                <a:cubicBezTo>
                  <a:pt x="3064669" y="541139"/>
                  <a:pt x="3081040" y="604441"/>
                  <a:pt x="3113783" y="642938"/>
                </a:cubicBezTo>
                <a:cubicBezTo>
                  <a:pt x="3146525" y="681435"/>
                  <a:pt x="3191074" y="700683"/>
                  <a:pt x="3247430" y="700683"/>
                </a:cubicBezTo>
                <a:cubicBezTo>
                  <a:pt x="3305374" y="700683"/>
                  <a:pt x="3350221" y="681831"/>
                  <a:pt x="3381971" y="644128"/>
                </a:cubicBezTo>
                <a:cubicBezTo>
                  <a:pt x="3413720" y="606425"/>
                  <a:pt x="3429596" y="538758"/>
                  <a:pt x="3429596" y="441127"/>
                </a:cubicBezTo>
                <a:cubicBezTo>
                  <a:pt x="3429596" y="358974"/>
                  <a:pt x="3413026" y="298946"/>
                  <a:pt x="3379887" y="261045"/>
                </a:cubicBezTo>
                <a:cubicBezTo>
                  <a:pt x="3346748" y="223143"/>
                  <a:pt x="3301802" y="204192"/>
                  <a:pt x="3245049" y="204192"/>
                </a:cubicBezTo>
                <a:close/>
                <a:moveTo>
                  <a:pt x="1206699" y="204192"/>
                </a:moveTo>
                <a:cubicBezTo>
                  <a:pt x="1152327" y="204192"/>
                  <a:pt x="1108671" y="223441"/>
                  <a:pt x="1075730" y="261938"/>
                </a:cubicBezTo>
                <a:cubicBezTo>
                  <a:pt x="1042789" y="300435"/>
                  <a:pt x="1026319" y="364133"/>
                  <a:pt x="1026319" y="453033"/>
                </a:cubicBezTo>
                <a:cubicBezTo>
                  <a:pt x="1026319" y="541139"/>
                  <a:pt x="1042690" y="604441"/>
                  <a:pt x="1075432" y="642938"/>
                </a:cubicBezTo>
                <a:cubicBezTo>
                  <a:pt x="1108175" y="681435"/>
                  <a:pt x="1152724" y="700683"/>
                  <a:pt x="1209080" y="700683"/>
                </a:cubicBezTo>
                <a:cubicBezTo>
                  <a:pt x="1267024" y="700683"/>
                  <a:pt x="1311871" y="681831"/>
                  <a:pt x="1343621" y="644128"/>
                </a:cubicBezTo>
                <a:cubicBezTo>
                  <a:pt x="1375371" y="606425"/>
                  <a:pt x="1391246" y="538758"/>
                  <a:pt x="1391246" y="441127"/>
                </a:cubicBezTo>
                <a:cubicBezTo>
                  <a:pt x="1391246" y="358974"/>
                  <a:pt x="1374676" y="298946"/>
                  <a:pt x="1341537" y="261045"/>
                </a:cubicBezTo>
                <a:cubicBezTo>
                  <a:pt x="1308398" y="223143"/>
                  <a:pt x="1263452" y="204192"/>
                  <a:pt x="1206699" y="204192"/>
                </a:cubicBezTo>
                <a:close/>
                <a:moveTo>
                  <a:pt x="8450461" y="14883"/>
                </a:moveTo>
                <a:lnTo>
                  <a:pt x="8702278" y="14883"/>
                </a:lnTo>
                <a:lnTo>
                  <a:pt x="9030890" y="497719"/>
                </a:lnTo>
                <a:lnTo>
                  <a:pt x="9030890" y="14883"/>
                </a:lnTo>
                <a:lnTo>
                  <a:pt x="9285089" y="14883"/>
                </a:lnTo>
                <a:lnTo>
                  <a:pt x="9285089" y="887611"/>
                </a:lnTo>
                <a:lnTo>
                  <a:pt x="9030890" y="887611"/>
                </a:lnTo>
                <a:lnTo>
                  <a:pt x="8704064" y="408422"/>
                </a:lnTo>
                <a:lnTo>
                  <a:pt x="8704064" y="887611"/>
                </a:lnTo>
                <a:lnTo>
                  <a:pt x="8450461" y="887611"/>
                </a:lnTo>
                <a:close/>
                <a:moveTo>
                  <a:pt x="6963966" y="14883"/>
                </a:moveTo>
                <a:lnTo>
                  <a:pt x="7234237" y="14883"/>
                </a:lnTo>
                <a:lnTo>
                  <a:pt x="7234237" y="887611"/>
                </a:lnTo>
                <a:lnTo>
                  <a:pt x="6963966" y="887611"/>
                </a:lnTo>
                <a:close/>
                <a:moveTo>
                  <a:pt x="5200055" y="14883"/>
                </a:moveTo>
                <a:lnTo>
                  <a:pt x="5922764" y="14883"/>
                </a:lnTo>
                <a:lnTo>
                  <a:pt x="5922764" y="201216"/>
                </a:lnTo>
                <a:lnTo>
                  <a:pt x="5470326" y="201216"/>
                </a:lnTo>
                <a:lnTo>
                  <a:pt x="5470326" y="339924"/>
                </a:lnTo>
                <a:lnTo>
                  <a:pt x="5890022" y="339924"/>
                </a:lnTo>
                <a:lnTo>
                  <a:pt x="5890022" y="517922"/>
                </a:lnTo>
                <a:lnTo>
                  <a:pt x="5470326" y="517922"/>
                </a:lnTo>
                <a:lnTo>
                  <a:pt x="5470326" y="689967"/>
                </a:lnTo>
                <a:lnTo>
                  <a:pt x="5935861" y="689967"/>
                </a:lnTo>
                <a:lnTo>
                  <a:pt x="5935861" y="887611"/>
                </a:lnTo>
                <a:lnTo>
                  <a:pt x="5200055" y="887611"/>
                </a:lnTo>
                <a:close/>
                <a:moveTo>
                  <a:pt x="4251722" y="14883"/>
                </a:moveTo>
                <a:lnTo>
                  <a:pt x="4652367" y="14883"/>
                </a:lnTo>
                <a:cubicBezTo>
                  <a:pt x="4731345" y="14883"/>
                  <a:pt x="4795143" y="25599"/>
                  <a:pt x="4843760" y="47030"/>
                </a:cubicBezTo>
                <a:cubicBezTo>
                  <a:pt x="4892377" y="68461"/>
                  <a:pt x="4932561" y="99219"/>
                  <a:pt x="4964311" y="139303"/>
                </a:cubicBezTo>
                <a:cubicBezTo>
                  <a:pt x="4996061" y="179388"/>
                  <a:pt x="5019080" y="226020"/>
                  <a:pt x="5033367" y="279202"/>
                </a:cubicBezTo>
                <a:cubicBezTo>
                  <a:pt x="5047655" y="332383"/>
                  <a:pt x="5054798" y="388739"/>
                  <a:pt x="5054798" y="448270"/>
                </a:cubicBezTo>
                <a:cubicBezTo>
                  <a:pt x="5054798" y="541536"/>
                  <a:pt x="5044182" y="613867"/>
                  <a:pt x="5022949" y="665262"/>
                </a:cubicBezTo>
                <a:cubicBezTo>
                  <a:pt x="5001716" y="716657"/>
                  <a:pt x="4972248" y="759718"/>
                  <a:pt x="4934545" y="794445"/>
                </a:cubicBezTo>
                <a:cubicBezTo>
                  <a:pt x="4896842" y="829171"/>
                  <a:pt x="4856361" y="852289"/>
                  <a:pt x="4813101" y="863799"/>
                </a:cubicBezTo>
                <a:cubicBezTo>
                  <a:pt x="4753967" y="879674"/>
                  <a:pt x="4700389" y="887611"/>
                  <a:pt x="4652367" y="887611"/>
                </a:cubicBezTo>
                <a:lnTo>
                  <a:pt x="4251722" y="887611"/>
                </a:lnTo>
                <a:close/>
                <a:moveTo>
                  <a:pt x="0" y="14883"/>
                </a:moveTo>
                <a:lnTo>
                  <a:pt x="269677" y="14883"/>
                </a:lnTo>
                <a:lnTo>
                  <a:pt x="269677" y="672703"/>
                </a:lnTo>
                <a:lnTo>
                  <a:pt x="690563" y="672703"/>
                </a:lnTo>
                <a:lnTo>
                  <a:pt x="690563" y="887611"/>
                </a:lnTo>
                <a:lnTo>
                  <a:pt x="0" y="887611"/>
                </a:lnTo>
                <a:close/>
                <a:moveTo>
                  <a:pt x="9824442" y="0"/>
                </a:moveTo>
                <a:cubicBezTo>
                  <a:pt x="9935964" y="0"/>
                  <a:pt x="10020994" y="20737"/>
                  <a:pt x="10079533" y="62210"/>
                </a:cubicBezTo>
                <a:cubicBezTo>
                  <a:pt x="10138073" y="103684"/>
                  <a:pt x="10172898" y="169664"/>
                  <a:pt x="10184011" y="260152"/>
                </a:cubicBezTo>
                <a:lnTo>
                  <a:pt x="9929812" y="275034"/>
                </a:lnTo>
                <a:cubicBezTo>
                  <a:pt x="9923065" y="235744"/>
                  <a:pt x="9908877" y="207169"/>
                  <a:pt x="9887247" y="189310"/>
                </a:cubicBezTo>
                <a:cubicBezTo>
                  <a:pt x="9865617" y="171450"/>
                  <a:pt x="9835753" y="162520"/>
                  <a:pt x="9797653" y="162520"/>
                </a:cubicBezTo>
                <a:cubicBezTo>
                  <a:pt x="9766300" y="162520"/>
                  <a:pt x="9742685" y="169168"/>
                  <a:pt x="9726811" y="182463"/>
                </a:cubicBezTo>
                <a:cubicBezTo>
                  <a:pt x="9710936" y="195759"/>
                  <a:pt x="9702998" y="211931"/>
                  <a:pt x="9702998" y="230981"/>
                </a:cubicBezTo>
                <a:cubicBezTo>
                  <a:pt x="9702998" y="244872"/>
                  <a:pt x="9709547" y="257374"/>
                  <a:pt x="9722643" y="268486"/>
                </a:cubicBezTo>
                <a:cubicBezTo>
                  <a:pt x="9735344" y="279995"/>
                  <a:pt x="9765506" y="290711"/>
                  <a:pt x="9813131" y="300633"/>
                </a:cubicBezTo>
                <a:cubicBezTo>
                  <a:pt x="9931003" y="326033"/>
                  <a:pt x="10015438" y="351731"/>
                  <a:pt x="10066436" y="377726"/>
                </a:cubicBezTo>
                <a:cubicBezTo>
                  <a:pt x="10117434" y="403721"/>
                  <a:pt x="10154543" y="435967"/>
                  <a:pt x="10177760" y="474464"/>
                </a:cubicBezTo>
                <a:cubicBezTo>
                  <a:pt x="10200977" y="512961"/>
                  <a:pt x="10212586" y="556022"/>
                  <a:pt x="10212586" y="603647"/>
                </a:cubicBezTo>
                <a:cubicBezTo>
                  <a:pt x="10212586" y="659606"/>
                  <a:pt x="10197107" y="711200"/>
                  <a:pt x="10166151" y="758428"/>
                </a:cubicBezTo>
                <a:cubicBezTo>
                  <a:pt x="10135195" y="805656"/>
                  <a:pt x="10091936" y="841474"/>
                  <a:pt x="10036373" y="865882"/>
                </a:cubicBezTo>
                <a:cubicBezTo>
                  <a:pt x="9980810" y="890290"/>
                  <a:pt x="9910762" y="902494"/>
                  <a:pt x="9826228" y="902494"/>
                </a:cubicBezTo>
                <a:cubicBezTo>
                  <a:pt x="9677796" y="902494"/>
                  <a:pt x="9575006" y="873919"/>
                  <a:pt x="9517856" y="816769"/>
                </a:cubicBezTo>
                <a:cubicBezTo>
                  <a:pt x="9460706" y="759619"/>
                  <a:pt x="9428361" y="686991"/>
                  <a:pt x="9420820" y="598884"/>
                </a:cubicBezTo>
                <a:lnTo>
                  <a:pt x="9677400" y="582811"/>
                </a:lnTo>
                <a:cubicBezTo>
                  <a:pt x="9682956" y="624483"/>
                  <a:pt x="9694267" y="656233"/>
                  <a:pt x="9711332" y="678061"/>
                </a:cubicBezTo>
                <a:cubicBezTo>
                  <a:pt x="9739113" y="713383"/>
                  <a:pt x="9778802" y="731044"/>
                  <a:pt x="9830395" y="731044"/>
                </a:cubicBezTo>
                <a:cubicBezTo>
                  <a:pt x="9868891" y="731044"/>
                  <a:pt x="9898558" y="722015"/>
                  <a:pt x="9919394" y="703957"/>
                </a:cubicBezTo>
                <a:cubicBezTo>
                  <a:pt x="9940230" y="685899"/>
                  <a:pt x="9950648" y="664964"/>
                  <a:pt x="9950648" y="641152"/>
                </a:cubicBezTo>
                <a:cubicBezTo>
                  <a:pt x="9950648" y="618530"/>
                  <a:pt x="9940727" y="598289"/>
                  <a:pt x="9920882" y="580430"/>
                </a:cubicBezTo>
                <a:cubicBezTo>
                  <a:pt x="9901038" y="562570"/>
                  <a:pt x="9855002" y="545703"/>
                  <a:pt x="9782770" y="529828"/>
                </a:cubicBezTo>
                <a:cubicBezTo>
                  <a:pt x="9664502" y="503238"/>
                  <a:pt x="9580166" y="467916"/>
                  <a:pt x="9529762" y="423863"/>
                </a:cubicBezTo>
                <a:cubicBezTo>
                  <a:pt x="9478962" y="379810"/>
                  <a:pt x="9453562" y="323652"/>
                  <a:pt x="9453562" y="255389"/>
                </a:cubicBezTo>
                <a:cubicBezTo>
                  <a:pt x="9453562" y="210542"/>
                  <a:pt x="9466560" y="168176"/>
                  <a:pt x="9492555" y="128290"/>
                </a:cubicBezTo>
                <a:cubicBezTo>
                  <a:pt x="9518551" y="88404"/>
                  <a:pt x="9557642" y="57051"/>
                  <a:pt x="9609832" y="34231"/>
                </a:cubicBezTo>
                <a:cubicBezTo>
                  <a:pt x="9662022" y="11410"/>
                  <a:pt x="9733558" y="0"/>
                  <a:pt x="9824442" y="0"/>
                </a:cubicBezTo>
                <a:close/>
                <a:moveTo>
                  <a:pt x="7866459" y="0"/>
                </a:moveTo>
                <a:cubicBezTo>
                  <a:pt x="7962899" y="0"/>
                  <a:pt x="8035032" y="8731"/>
                  <a:pt x="8082855" y="26194"/>
                </a:cubicBezTo>
                <a:cubicBezTo>
                  <a:pt x="8130679" y="43656"/>
                  <a:pt x="8170366" y="70743"/>
                  <a:pt x="8201917" y="107454"/>
                </a:cubicBezTo>
                <a:cubicBezTo>
                  <a:pt x="8233469" y="144165"/>
                  <a:pt x="8257182" y="190699"/>
                  <a:pt x="8273057" y="247055"/>
                </a:cubicBezTo>
                <a:lnTo>
                  <a:pt x="8012906" y="293489"/>
                </a:lnTo>
                <a:cubicBezTo>
                  <a:pt x="8002191" y="260549"/>
                  <a:pt x="7984033" y="235347"/>
                  <a:pt x="7958435" y="217885"/>
                </a:cubicBezTo>
                <a:cubicBezTo>
                  <a:pt x="7932837" y="200422"/>
                  <a:pt x="7900193" y="191691"/>
                  <a:pt x="7860506" y="191691"/>
                </a:cubicBezTo>
                <a:cubicBezTo>
                  <a:pt x="7801371" y="191691"/>
                  <a:pt x="7754243" y="212229"/>
                  <a:pt x="7719119" y="253306"/>
                </a:cubicBezTo>
                <a:cubicBezTo>
                  <a:pt x="7683995" y="294382"/>
                  <a:pt x="7666434" y="359370"/>
                  <a:pt x="7666434" y="448270"/>
                </a:cubicBezTo>
                <a:cubicBezTo>
                  <a:pt x="7666434" y="542727"/>
                  <a:pt x="7684194" y="610195"/>
                  <a:pt x="7719715" y="650677"/>
                </a:cubicBezTo>
                <a:cubicBezTo>
                  <a:pt x="7755235" y="691158"/>
                  <a:pt x="7804745" y="711399"/>
                  <a:pt x="7868245" y="711399"/>
                </a:cubicBezTo>
                <a:cubicBezTo>
                  <a:pt x="7898407" y="711399"/>
                  <a:pt x="7927181" y="707033"/>
                  <a:pt x="7954565" y="698302"/>
                </a:cubicBezTo>
                <a:cubicBezTo>
                  <a:pt x="7981949" y="689570"/>
                  <a:pt x="8013303" y="674688"/>
                  <a:pt x="8048625" y="653653"/>
                </a:cubicBezTo>
                <a:lnTo>
                  <a:pt x="8048625" y="571500"/>
                </a:lnTo>
                <a:lnTo>
                  <a:pt x="7868245" y="571500"/>
                </a:lnTo>
                <a:lnTo>
                  <a:pt x="7868245" y="389930"/>
                </a:lnTo>
                <a:lnTo>
                  <a:pt x="8284964" y="389930"/>
                </a:lnTo>
                <a:lnTo>
                  <a:pt x="8284964" y="762000"/>
                </a:lnTo>
                <a:cubicBezTo>
                  <a:pt x="8205192" y="816372"/>
                  <a:pt x="8134647" y="853381"/>
                  <a:pt x="8073330" y="873026"/>
                </a:cubicBezTo>
                <a:cubicBezTo>
                  <a:pt x="8012013" y="892671"/>
                  <a:pt x="7939285" y="902494"/>
                  <a:pt x="7855148" y="902494"/>
                </a:cubicBezTo>
                <a:cubicBezTo>
                  <a:pt x="7751563" y="902494"/>
                  <a:pt x="7667129" y="884833"/>
                  <a:pt x="7601843" y="849511"/>
                </a:cubicBezTo>
                <a:cubicBezTo>
                  <a:pt x="7536557" y="814189"/>
                  <a:pt x="7485955" y="761603"/>
                  <a:pt x="7450038" y="691753"/>
                </a:cubicBezTo>
                <a:cubicBezTo>
                  <a:pt x="7414121" y="621903"/>
                  <a:pt x="7396162" y="541734"/>
                  <a:pt x="7396162" y="451247"/>
                </a:cubicBezTo>
                <a:cubicBezTo>
                  <a:pt x="7396162" y="355997"/>
                  <a:pt x="7415808" y="273149"/>
                  <a:pt x="7455098" y="202704"/>
                </a:cubicBezTo>
                <a:cubicBezTo>
                  <a:pt x="7494389" y="132259"/>
                  <a:pt x="7551936" y="78780"/>
                  <a:pt x="7627739" y="42267"/>
                </a:cubicBezTo>
                <a:cubicBezTo>
                  <a:pt x="7686873" y="14089"/>
                  <a:pt x="7766447" y="0"/>
                  <a:pt x="7866459" y="0"/>
                </a:cubicBezTo>
                <a:close/>
                <a:moveTo>
                  <a:pt x="6433542" y="0"/>
                </a:moveTo>
                <a:cubicBezTo>
                  <a:pt x="6545064" y="0"/>
                  <a:pt x="6630095" y="20737"/>
                  <a:pt x="6688633" y="62210"/>
                </a:cubicBezTo>
                <a:cubicBezTo>
                  <a:pt x="6747172" y="103684"/>
                  <a:pt x="6781998" y="169664"/>
                  <a:pt x="6793111" y="260152"/>
                </a:cubicBezTo>
                <a:lnTo>
                  <a:pt x="6538912" y="275034"/>
                </a:lnTo>
                <a:cubicBezTo>
                  <a:pt x="6532166" y="235744"/>
                  <a:pt x="6517977" y="207169"/>
                  <a:pt x="6496348" y="189310"/>
                </a:cubicBezTo>
                <a:cubicBezTo>
                  <a:pt x="6474718" y="171450"/>
                  <a:pt x="6444853" y="162520"/>
                  <a:pt x="6406753" y="162520"/>
                </a:cubicBezTo>
                <a:cubicBezTo>
                  <a:pt x="6375400" y="162520"/>
                  <a:pt x="6351786" y="169168"/>
                  <a:pt x="6335911" y="182463"/>
                </a:cubicBezTo>
                <a:cubicBezTo>
                  <a:pt x="6320036" y="195759"/>
                  <a:pt x="6312098" y="211931"/>
                  <a:pt x="6312098" y="230981"/>
                </a:cubicBezTo>
                <a:cubicBezTo>
                  <a:pt x="6312098" y="244872"/>
                  <a:pt x="6318647" y="257374"/>
                  <a:pt x="6331744" y="268486"/>
                </a:cubicBezTo>
                <a:cubicBezTo>
                  <a:pt x="6344443" y="279995"/>
                  <a:pt x="6374606" y="290711"/>
                  <a:pt x="6422231" y="300633"/>
                </a:cubicBezTo>
                <a:cubicBezTo>
                  <a:pt x="6540103" y="326033"/>
                  <a:pt x="6624538" y="351731"/>
                  <a:pt x="6675537" y="377726"/>
                </a:cubicBezTo>
                <a:cubicBezTo>
                  <a:pt x="6726535" y="403721"/>
                  <a:pt x="6763643" y="435967"/>
                  <a:pt x="6786860" y="474464"/>
                </a:cubicBezTo>
                <a:cubicBezTo>
                  <a:pt x="6810077" y="512961"/>
                  <a:pt x="6821686" y="556022"/>
                  <a:pt x="6821686" y="603647"/>
                </a:cubicBezTo>
                <a:cubicBezTo>
                  <a:pt x="6821686" y="659606"/>
                  <a:pt x="6806208" y="711200"/>
                  <a:pt x="6775251" y="758428"/>
                </a:cubicBezTo>
                <a:cubicBezTo>
                  <a:pt x="6744295" y="805656"/>
                  <a:pt x="6701036" y="841474"/>
                  <a:pt x="6645473" y="865882"/>
                </a:cubicBezTo>
                <a:cubicBezTo>
                  <a:pt x="6589911" y="890290"/>
                  <a:pt x="6519862" y="902494"/>
                  <a:pt x="6435328" y="902494"/>
                </a:cubicBezTo>
                <a:cubicBezTo>
                  <a:pt x="6286897" y="902494"/>
                  <a:pt x="6184106" y="873919"/>
                  <a:pt x="6126956" y="816769"/>
                </a:cubicBezTo>
                <a:cubicBezTo>
                  <a:pt x="6069806" y="759619"/>
                  <a:pt x="6037461" y="686991"/>
                  <a:pt x="6029920" y="598884"/>
                </a:cubicBezTo>
                <a:lnTo>
                  <a:pt x="6286500" y="582811"/>
                </a:lnTo>
                <a:cubicBezTo>
                  <a:pt x="6292056" y="624483"/>
                  <a:pt x="6303367" y="656233"/>
                  <a:pt x="6320433" y="678061"/>
                </a:cubicBezTo>
                <a:cubicBezTo>
                  <a:pt x="6348214" y="713383"/>
                  <a:pt x="6387901" y="731044"/>
                  <a:pt x="6439495" y="731044"/>
                </a:cubicBezTo>
                <a:cubicBezTo>
                  <a:pt x="6477992" y="731044"/>
                  <a:pt x="6507658" y="722015"/>
                  <a:pt x="6528494" y="703957"/>
                </a:cubicBezTo>
                <a:cubicBezTo>
                  <a:pt x="6549330" y="685899"/>
                  <a:pt x="6559748" y="664964"/>
                  <a:pt x="6559748" y="641152"/>
                </a:cubicBezTo>
                <a:cubicBezTo>
                  <a:pt x="6559748" y="618530"/>
                  <a:pt x="6549826" y="598289"/>
                  <a:pt x="6529983" y="580430"/>
                </a:cubicBezTo>
                <a:cubicBezTo>
                  <a:pt x="6510139" y="562570"/>
                  <a:pt x="6464101" y="545703"/>
                  <a:pt x="6391870" y="529828"/>
                </a:cubicBezTo>
                <a:cubicBezTo>
                  <a:pt x="6273601" y="503238"/>
                  <a:pt x="6189266" y="467916"/>
                  <a:pt x="6138862" y="423863"/>
                </a:cubicBezTo>
                <a:cubicBezTo>
                  <a:pt x="6088063" y="379810"/>
                  <a:pt x="6062662" y="323652"/>
                  <a:pt x="6062662" y="255389"/>
                </a:cubicBezTo>
                <a:cubicBezTo>
                  <a:pt x="6062662" y="210542"/>
                  <a:pt x="6075660" y="168176"/>
                  <a:pt x="6101655" y="128290"/>
                </a:cubicBezTo>
                <a:cubicBezTo>
                  <a:pt x="6127651" y="88404"/>
                  <a:pt x="6166743" y="57051"/>
                  <a:pt x="6218932" y="34231"/>
                </a:cubicBezTo>
                <a:cubicBezTo>
                  <a:pt x="6271121" y="11410"/>
                  <a:pt x="6342658" y="0"/>
                  <a:pt x="6433542" y="0"/>
                </a:cubicBezTo>
                <a:close/>
                <a:moveTo>
                  <a:pt x="3245644" y="0"/>
                </a:moveTo>
                <a:cubicBezTo>
                  <a:pt x="3390900" y="0"/>
                  <a:pt x="3502819" y="38993"/>
                  <a:pt x="3581400" y="116979"/>
                </a:cubicBezTo>
                <a:cubicBezTo>
                  <a:pt x="3659982" y="194965"/>
                  <a:pt x="3699272" y="304205"/>
                  <a:pt x="3699272" y="444699"/>
                </a:cubicBezTo>
                <a:cubicBezTo>
                  <a:pt x="3699272" y="546695"/>
                  <a:pt x="3682107" y="630337"/>
                  <a:pt x="3647778" y="695623"/>
                </a:cubicBezTo>
                <a:cubicBezTo>
                  <a:pt x="3613448" y="760909"/>
                  <a:pt x="3563839" y="811709"/>
                  <a:pt x="3498950" y="848023"/>
                </a:cubicBezTo>
                <a:cubicBezTo>
                  <a:pt x="3434061" y="884337"/>
                  <a:pt x="3353197" y="902494"/>
                  <a:pt x="3256360" y="902494"/>
                </a:cubicBezTo>
                <a:cubicBezTo>
                  <a:pt x="3157935" y="902494"/>
                  <a:pt x="3076476" y="886817"/>
                  <a:pt x="3011984" y="855464"/>
                </a:cubicBezTo>
                <a:cubicBezTo>
                  <a:pt x="2947492" y="824111"/>
                  <a:pt x="2895203" y="774502"/>
                  <a:pt x="2855119" y="706636"/>
                </a:cubicBezTo>
                <a:cubicBezTo>
                  <a:pt x="2815035" y="638770"/>
                  <a:pt x="2794992" y="553839"/>
                  <a:pt x="2794992" y="451842"/>
                </a:cubicBezTo>
                <a:cubicBezTo>
                  <a:pt x="2794992" y="309364"/>
                  <a:pt x="2834680" y="198438"/>
                  <a:pt x="2914055" y="119063"/>
                </a:cubicBezTo>
                <a:cubicBezTo>
                  <a:pt x="2993430" y="39688"/>
                  <a:pt x="3103959" y="0"/>
                  <a:pt x="3245644" y="0"/>
                </a:cubicBezTo>
                <a:close/>
                <a:moveTo>
                  <a:pt x="2246710" y="0"/>
                </a:moveTo>
                <a:cubicBezTo>
                  <a:pt x="2343150" y="0"/>
                  <a:pt x="2415282" y="8731"/>
                  <a:pt x="2463106" y="26194"/>
                </a:cubicBezTo>
                <a:cubicBezTo>
                  <a:pt x="2510930" y="43656"/>
                  <a:pt x="2550617" y="70743"/>
                  <a:pt x="2582168" y="107454"/>
                </a:cubicBezTo>
                <a:cubicBezTo>
                  <a:pt x="2613720" y="144165"/>
                  <a:pt x="2637433" y="190699"/>
                  <a:pt x="2653308" y="247055"/>
                </a:cubicBezTo>
                <a:lnTo>
                  <a:pt x="2393157" y="293489"/>
                </a:lnTo>
                <a:cubicBezTo>
                  <a:pt x="2382441" y="260549"/>
                  <a:pt x="2364284" y="235347"/>
                  <a:pt x="2338685" y="217885"/>
                </a:cubicBezTo>
                <a:cubicBezTo>
                  <a:pt x="2313087" y="200422"/>
                  <a:pt x="2280444" y="191691"/>
                  <a:pt x="2240757" y="191691"/>
                </a:cubicBezTo>
                <a:cubicBezTo>
                  <a:pt x="2181622" y="191691"/>
                  <a:pt x="2134493" y="212229"/>
                  <a:pt x="2099370" y="253306"/>
                </a:cubicBezTo>
                <a:cubicBezTo>
                  <a:pt x="2064246" y="294382"/>
                  <a:pt x="2046685" y="359370"/>
                  <a:pt x="2046685" y="448270"/>
                </a:cubicBezTo>
                <a:cubicBezTo>
                  <a:pt x="2046685" y="542727"/>
                  <a:pt x="2064445" y="610195"/>
                  <a:pt x="2099965" y="650677"/>
                </a:cubicBezTo>
                <a:cubicBezTo>
                  <a:pt x="2135486" y="691158"/>
                  <a:pt x="2184996" y="711399"/>
                  <a:pt x="2248496" y="711399"/>
                </a:cubicBezTo>
                <a:cubicBezTo>
                  <a:pt x="2278658" y="711399"/>
                  <a:pt x="2307432" y="707033"/>
                  <a:pt x="2334816" y="698302"/>
                </a:cubicBezTo>
                <a:cubicBezTo>
                  <a:pt x="2362201" y="689570"/>
                  <a:pt x="2393554" y="674688"/>
                  <a:pt x="2428875" y="653653"/>
                </a:cubicBezTo>
                <a:lnTo>
                  <a:pt x="2428875" y="571500"/>
                </a:lnTo>
                <a:lnTo>
                  <a:pt x="2248496" y="571500"/>
                </a:lnTo>
                <a:lnTo>
                  <a:pt x="2248496" y="389930"/>
                </a:lnTo>
                <a:lnTo>
                  <a:pt x="2665215" y="389930"/>
                </a:lnTo>
                <a:lnTo>
                  <a:pt x="2665215" y="762000"/>
                </a:lnTo>
                <a:cubicBezTo>
                  <a:pt x="2585442" y="816372"/>
                  <a:pt x="2514898" y="853381"/>
                  <a:pt x="2453581" y="873026"/>
                </a:cubicBezTo>
                <a:cubicBezTo>
                  <a:pt x="2392263" y="892671"/>
                  <a:pt x="2319536" y="902494"/>
                  <a:pt x="2235399" y="902494"/>
                </a:cubicBezTo>
                <a:cubicBezTo>
                  <a:pt x="2131814" y="902494"/>
                  <a:pt x="2047379" y="884833"/>
                  <a:pt x="1982093" y="849511"/>
                </a:cubicBezTo>
                <a:cubicBezTo>
                  <a:pt x="1916807" y="814189"/>
                  <a:pt x="1866206" y="761603"/>
                  <a:pt x="1830289" y="691753"/>
                </a:cubicBezTo>
                <a:cubicBezTo>
                  <a:pt x="1794372" y="621903"/>
                  <a:pt x="1776413" y="541734"/>
                  <a:pt x="1776413" y="451247"/>
                </a:cubicBezTo>
                <a:cubicBezTo>
                  <a:pt x="1776413" y="355997"/>
                  <a:pt x="1796058" y="273149"/>
                  <a:pt x="1835349" y="202704"/>
                </a:cubicBezTo>
                <a:cubicBezTo>
                  <a:pt x="1874639" y="132259"/>
                  <a:pt x="1932186" y="78780"/>
                  <a:pt x="2007990" y="42267"/>
                </a:cubicBezTo>
                <a:cubicBezTo>
                  <a:pt x="2067124" y="14089"/>
                  <a:pt x="2146697" y="0"/>
                  <a:pt x="2246710" y="0"/>
                </a:cubicBezTo>
                <a:close/>
                <a:moveTo>
                  <a:pt x="1207294" y="0"/>
                </a:moveTo>
                <a:cubicBezTo>
                  <a:pt x="1352550" y="0"/>
                  <a:pt x="1464469" y="38993"/>
                  <a:pt x="1543050" y="116979"/>
                </a:cubicBezTo>
                <a:cubicBezTo>
                  <a:pt x="1621632" y="194965"/>
                  <a:pt x="1660922" y="304205"/>
                  <a:pt x="1660922" y="444699"/>
                </a:cubicBezTo>
                <a:cubicBezTo>
                  <a:pt x="1660922" y="546695"/>
                  <a:pt x="1643757" y="630337"/>
                  <a:pt x="1609428" y="695623"/>
                </a:cubicBezTo>
                <a:cubicBezTo>
                  <a:pt x="1575098" y="760909"/>
                  <a:pt x="1525489" y="811709"/>
                  <a:pt x="1460599" y="848023"/>
                </a:cubicBezTo>
                <a:cubicBezTo>
                  <a:pt x="1395711" y="884337"/>
                  <a:pt x="1314847" y="902494"/>
                  <a:pt x="1218010" y="902494"/>
                </a:cubicBezTo>
                <a:cubicBezTo>
                  <a:pt x="1119585" y="902494"/>
                  <a:pt x="1038126" y="886817"/>
                  <a:pt x="973634" y="855464"/>
                </a:cubicBezTo>
                <a:cubicBezTo>
                  <a:pt x="909142" y="824111"/>
                  <a:pt x="856854" y="774502"/>
                  <a:pt x="816769" y="706636"/>
                </a:cubicBezTo>
                <a:cubicBezTo>
                  <a:pt x="776685" y="638770"/>
                  <a:pt x="756643" y="553839"/>
                  <a:pt x="756643" y="451842"/>
                </a:cubicBezTo>
                <a:cubicBezTo>
                  <a:pt x="756643" y="309364"/>
                  <a:pt x="796330" y="198438"/>
                  <a:pt x="875705" y="119063"/>
                </a:cubicBezTo>
                <a:cubicBezTo>
                  <a:pt x="955080" y="39688"/>
                  <a:pt x="1065610" y="0"/>
                  <a:pt x="12072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reflection blurRad="279400" stA="50000" endA="300" endPos="90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effectLst>
                <a:reflection blurRad="6350" stA="55000" endA="50" endPos="85000" dir="5400000" sy="-100000" algn="bl" rotWithShape="0"/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2BA8FA-6BCA-93EA-E757-6EE980C295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90000"/>
                </a:schemeClr>
              </a:gs>
              <a:gs pos="100000">
                <a:schemeClr val="bg1">
                  <a:alpha val="0"/>
                  <a:lumMod val="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47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0F14"/>
            </a:gs>
            <a:gs pos="100000">
              <a:srgbClr val="181822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B90EC-36FC-A78A-AD4D-F579C75D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7CB5867-5CDD-629B-CCB7-7C79DCE6097F}"/>
              </a:ext>
            </a:extLst>
          </p:cNvPr>
          <p:cNvSpPr/>
          <p:nvPr/>
        </p:nvSpPr>
        <p:spPr>
          <a:xfrm>
            <a:off x="457201" y="182880"/>
            <a:ext cx="11277599" cy="1968500"/>
          </a:xfrm>
          <a:custGeom>
            <a:avLst/>
            <a:gdLst/>
            <a:ahLst/>
            <a:cxnLst/>
            <a:rect l="l" t="t" r="r" b="b"/>
            <a:pathLst>
              <a:path w="10164366" h="902494">
                <a:moveTo>
                  <a:pt x="4473179" y="212527"/>
                </a:moveTo>
                <a:lnTo>
                  <a:pt x="4473179" y="689372"/>
                </a:lnTo>
                <a:lnTo>
                  <a:pt x="4539258" y="689372"/>
                </a:lnTo>
                <a:cubicBezTo>
                  <a:pt x="4595614" y="689372"/>
                  <a:pt x="4635699" y="683121"/>
                  <a:pt x="4659512" y="670620"/>
                </a:cubicBezTo>
                <a:cubicBezTo>
                  <a:pt x="4683324" y="658118"/>
                  <a:pt x="4701977" y="636290"/>
                  <a:pt x="4715471" y="605135"/>
                </a:cubicBezTo>
                <a:cubicBezTo>
                  <a:pt x="4728964" y="573981"/>
                  <a:pt x="4735712" y="523478"/>
                  <a:pt x="4735712" y="453628"/>
                </a:cubicBezTo>
                <a:cubicBezTo>
                  <a:pt x="4735712" y="361156"/>
                  <a:pt x="4720630" y="297855"/>
                  <a:pt x="4690468" y="263724"/>
                </a:cubicBezTo>
                <a:cubicBezTo>
                  <a:pt x="4660306" y="229592"/>
                  <a:pt x="4610299" y="212527"/>
                  <a:pt x="4540449" y="212527"/>
                </a:cubicBezTo>
                <a:close/>
                <a:moveTo>
                  <a:pt x="8402241" y="14883"/>
                </a:moveTo>
                <a:lnTo>
                  <a:pt x="8654058" y="14883"/>
                </a:lnTo>
                <a:lnTo>
                  <a:pt x="8982670" y="497719"/>
                </a:lnTo>
                <a:lnTo>
                  <a:pt x="8982670" y="14883"/>
                </a:lnTo>
                <a:lnTo>
                  <a:pt x="9236869" y="14883"/>
                </a:lnTo>
                <a:lnTo>
                  <a:pt x="9236869" y="887611"/>
                </a:lnTo>
                <a:lnTo>
                  <a:pt x="8982670" y="887611"/>
                </a:lnTo>
                <a:lnTo>
                  <a:pt x="8655844" y="408422"/>
                </a:lnTo>
                <a:lnTo>
                  <a:pt x="8655844" y="887611"/>
                </a:lnTo>
                <a:lnTo>
                  <a:pt x="8402241" y="887611"/>
                </a:lnTo>
                <a:close/>
                <a:moveTo>
                  <a:pt x="6915746" y="14883"/>
                </a:moveTo>
                <a:lnTo>
                  <a:pt x="7186017" y="14883"/>
                </a:lnTo>
                <a:lnTo>
                  <a:pt x="7186017" y="887611"/>
                </a:lnTo>
                <a:lnTo>
                  <a:pt x="6915746" y="887611"/>
                </a:lnTo>
                <a:close/>
                <a:moveTo>
                  <a:pt x="5151835" y="14883"/>
                </a:moveTo>
                <a:lnTo>
                  <a:pt x="5874544" y="14883"/>
                </a:lnTo>
                <a:lnTo>
                  <a:pt x="5874544" y="201216"/>
                </a:lnTo>
                <a:lnTo>
                  <a:pt x="5422106" y="201216"/>
                </a:lnTo>
                <a:lnTo>
                  <a:pt x="5422106" y="339924"/>
                </a:lnTo>
                <a:lnTo>
                  <a:pt x="5841802" y="339924"/>
                </a:lnTo>
                <a:lnTo>
                  <a:pt x="5841802" y="517922"/>
                </a:lnTo>
                <a:lnTo>
                  <a:pt x="5422106" y="517922"/>
                </a:lnTo>
                <a:lnTo>
                  <a:pt x="5422106" y="689967"/>
                </a:lnTo>
                <a:lnTo>
                  <a:pt x="5887641" y="689967"/>
                </a:lnTo>
                <a:lnTo>
                  <a:pt x="5887641" y="887611"/>
                </a:lnTo>
                <a:lnTo>
                  <a:pt x="5151835" y="887611"/>
                </a:lnTo>
                <a:close/>
                <a:moveTo>
                  <a:pt x="4203502" y="14883"/>
                </a:moveTo>
                <a:lnTo>
                  <a:pt x="4604148" y="14883"/>
                </a:lnTo>
                <a:cubicBezTo>
                  <a:pt x="4683126" y="14883"/>
                  <a:pt x="4746923" y="25599"/>
                  <a:pt x="4795540" y="47030"/>
                </a:cubicBezTo>
                <a:cubicBezTo>
                  <a:pt x="4844157" y="68461"/>
                  <a:pt x="4884341" y="99219"/>
                  <a:pt x="4916091" y="139303"/>
                </a:cubicBezTo>
                <a:cubicBezTo>
                  <a:pt x="4947841" y="179388"/>
                  <a:pt x="4970860" y="226020"/>
                  <a:pt x="4985147" y="279202"/>
                </a:cubicBezTo>
                <a:cubicBezTo>
                  <a:pt x="4999435" y="332383"/>
                  <a:pt x="5006578" y="388739"/>
                  <a:pt x="5006578" y="448270"/>
                </a:cubicBezTo>
                <a:cubicBezTo>
                  <a:pt x="5006578" y="541536"/>
                  <a:pt x="4995962" y="613867"/>
                  <a:pt x="4974729" y="665262"/>
                </a:cubicBezTo>
                <a:cubicBezTo>
                  <a:pt x="4953496" y="716657"/>
                  <a:pt x="4924028" y="759718"/>
                  <a:pt x="4886325" y="794445"/>
                </a:cubicBezTo>
                <a:cubicBezTo>
                  <a:pt x="4848622" y="829171"/>
                  <a:pt x="4808141" y="852289"/>
                  <a:pt x="4764882" y="863799"/>
                </a:cubicBezTo>
                <a:cubicBezTo>
                  <a:pt x="4705747" y="879674"/>
                  <a:pt x="4652169" y="887611"/>
                  <a:pt x="4604148" y="887611"/>
                </a:cubicBezTo>
                <a:lnTo>
                  <a:pt x="4203502" y="887611"/>
                </a:lnTo>
                <a:close/>
                <a:moveTo>
                  <a:pt x="2797374" y="14883"/>
                </a:moveTo>
                <a:lnTo>
                  <a:pt x="3094435" y="14883"/>
                </a:lnTo>
                <a:lnTo>
                  <a:pt x="3248919" y="283369"/>
                </a:lnTo>
                <a:lnTo>
                  <a:pt x="3399235" y="14883"/>
                </a:lnTo>
                <a:lnTo>
                  <a:pt x="3693320" y="14883"/>
                </a:lnTo>
                <a:lnTo>
                  <a:pt x="3421680" y="437555"/>
                </a:lnTo>
                <a:lnTo>
                  <a:pt x="3718918" y="887611"/>
                </a:lnTo>
                <a:lnTo>
                  <a:pt x="3415903" y="887611"/>
                </a:lnTo>
                <a:lnTo>
                  <a:pt x="3243561" y="607219"/>
                </a:lnTo>
                <a:lnTo>
                  <a:pt x="3071218" y="887611"/>
                </a:lnTo>
                <a:lnTo>
                  <a:pt x="2769989" y="887611"/>
                </a:lnTo>
                <a:lnTo>
                  <a:pt x="3071032" y="432792"/>
                </a:lnTo>
                <a:close/>
                <a:moveTo>
                  <a:pt x="1838326" y="14883"/>
                </a:moveTo>
                <a:lnTo>
                  <a:pt x="2107407" y="14883"/>
                </a:lnTo>
                <a:lnTo>
                  <a:pt x="2107407" y="547223"/>
                </a:lnTo>
                <a:cubicBezTo>
                  <a:pt x="2107407" y="594810"/>
                  <a:pt x="2120603" y="631986"/>
                  <a:pt x="2146995" y="658751"/>
                </a:cubicBezTo>
                <a:cubicBezTo>
                  <a:pt x="2173387" y="685515"/>
                  <a:pt x="2209999" y="698897"/>
                  <a:pt x="2256830" y="698897"/>
                </a:cubicBezTo>
                <a:cubicBezTo>
                  <a:pt x="2303265" y="698897"/>
                  <a:pt x="2339678" y="685712"/>
                  <a:pt x="2366070" y="659341"/>
                </a:cubicBezTo>
                <a:cubicBezTo>
                  <a:pt x="2392462" y="632971"/>
                  <a:pt x="2405659" y="595598"/>
                  <a:pt x="2405659" y="547223"/>
                </a:cubicBezTo>
                <a:lnTo>
                  <a:pt x="2405659" y="14883"/>
                </a:lnTo>
                <a:lnTo>
                  <a:pt x="2674740" y="14883"/>
                </a:lnTo>
                <a:lnTo>
                  <a:pt x="2674740" y="534842"/>
                </a:lnTo>
                <a:cubicBezTo>
                  <a:pt x="2674740" y="586398"/>
                  <a:pt x="2666703" y="635081"/>
                  <a:pt x="2650630" y="680889"/>
                </a:cubicBezTo>
                <a:cubicBezTo>
                  <a:pt x="2634556" y="726697"/>
                  <a:pt x="2609354" y="766755"/>
                  <a:pt x="2575025" y="801063"/>
                </a:cubicBezTo>
                <a:cubicBezTo>
                  <a:pt x="2540695" y="835371"/>
                  <a:pt x="2504679" y="859464"/>
                  <a:pt x="2466976" y="873342"/>
                </a:cubicBezTo>
                <a:cubicBezTo>
                  <a:pt x="2414588" y="892777"/>
                  <a:pt x="2351684" y="902494"/>
                  <a:pt x="2278261" y="902494"/>
                </a:cubicBezTo>
                <a:cubicBezTo>
                  <a:pt x="2235796" y="902494"/>
                  <a:pt x="2189461" y="899519"/>
                  <a:pt x="2139256" y="893569"/>
                </a:cubicBezTo>
                <a:cubicBezTo>
                  <a:pt x="2089052" y="887619"/>
                  <a:pt x="2047082" y="875820"/>
                  <a:pt x="2013348" y="858171"/>
                </a:cubicBezTo>
                <a:cubicBezTo>
                  <a:pt x="1979613" y="840522"/>
                  <a:pt x="1948756" y="815437"/>
                  <a:pt x="1920777" y="782915"/>
                </a:cubicBezTo>
                <a:cubicBezTo>
                  <a:pt x="1892797" y="750393"/>
                  <a:pt x="1873647" y="716880"/>
                  <a:pt x="1863329" y="682377"/>
                </a:cubicBezTo>
                <a:cubicBezTo>
                  <a:pt x="1846660" y="626852"/>
                  <a:pt x="1838326" y="577673"/>
                  <a:pt x="1838326" y="534842"/>
                </a:cubicBezTo>
                <a:close/>
                <a:moveTo>
                  <a:pt x="1029296" y="14883"/>
                </a:moveTo>
                <a:lnTo>
                  <a:pt x="1299568" y="14883"/>
                </a:lnTo>
                <a:lnTo>
                  <a:pt x="1299568" y="887611"/>
                </a:lnTo>
                <a:lnTo>
                  <a:pt x="1029296" y="887611"/>
                </a:lnTo>
                <a:close/>
                <a:moveTo>
                  <a:pt x="0" y="14883"/>
                </a:moveTo>
                <a:lnTo>
                  <a:pt x="269082" y="14883"/>
                </a:lnTo>
                <a:lnTo>
                  <a:pt x="269082" y="547223"/>
                </a:lnTo>
                <a:cubicBezTo>
                  <a:pt x="269082" y="594810"/>
                  <a:pt x="282278" y="631986"/>
                  <a:pt x="308670" y="658751"/>
                </a:cubicBezTo>
                <a:cubicBezTo>
                  <a:pt x="335062" y="685515"/>
                  <a:pt x="371674" y="698897"/>
                  <a:pt x="418505" y="698897"/>
                </a:cubicBezTo>
                <a:cubicBezTo>
                  <a:pt x="464940" y="698897"/>
                  <a:pt x="501353" y="685712"/>
                  <a:pt x="527745" y="659341"/>
                </a:cubicBezTo>
                <a:cubicBezTo>
                  <a:pt x="554137" y="632971"/>
                  <a:pt x="567333" y="595598"/>
                  <a:pt x="567333" y="547223"/>
                </a:cubicBezTo>
                <a:lnTo>
                  <a:pt x="567333" y="14883"/>
                </a:lnTo>
                <a:lnTo>
                  <a:pt x="836415" y="14883"/>
                </a:lnTo>
                <a:lnTo>
                  <a:pt x="836415" y="534842"/>
                </a:lnTo>
                <a:cubicBezTo>
                  <a:pt x="836415" y="586398"/>
                  <a:pt x="828378" y="635081"/>
                  <a:pt x="812305" y="680889"/>
                </a:cubicBezTo>
                <a:cubicBezTo>
                  <a:pt x="796231" y="726697"/>
                  <a:pt x="771030" y="766755"/>
                  <a:pt x="736700" y="801063"/>
                </a:cubicBezTo>
                <a:cubicBezTo>
                  <a:pt x="702370" y="835371"/>
                  <a:pt x="666354" y="859464"/>
                  <a:pt x="628651" y="873342"/>
                </a:cubicBezTo>
                <a:cubicBezTo>
                  <a:pt x="576263" y="892777"/>
                  <a:pt x="513358" y="902494"/>
                  <a:pt x="439936" y="902494"/>
                </a:cubicBezTo>
                <a:cubicBezTo>
                  <a:pt x="397471" y="902494"/>
                  <a:pt x="351136" y="899519"/>
                  <a:pt x="300931" y="893569"/>
                </a:cubicBezTo>
                <a:cubicBezTo>
                  <a:pt x="250726" y="887619"/>
                  <a:pt x="208757" y="875820"/>
                  <a:pt x="175022" y="858171"/>
                </a:cubicBezTo>
                <a:cubicBezTo>
                  <a:pt x="141288" y="840522"/>
                  <a:pt x="110431" y="815437"/>
                  <a:pt x="82451" y="782915"/>
                </a:cubicBezTo>
                <a:cubicBezTo>
                  <a:pt x="54472" y="750393"/>
                  <a:pt x="35322" y="716880"/>
                  <a:pt x="25004" y="682377"/>
                </a:cubicBezTo>
                <a:cubicBezTo>
                  <a:pt x="8335" y="626852"/>
                  <a:pt x="0" y="577673"/>
                  <a:pt x="0" y="534842"/>
                </a:cubicBezTo>
                <a:close/>
                <a:moveTo>
                  <a:pt x="9776222" y="0"/>
                </a:moveTo>
                <a:cubicBezTo>
                  <a:pt x="9887744" y="0"/>
                  <a:pt x="9972774" y="20737"/>
                  <a:pt x="10031313" y="62210"/>
                </a:cubicBezTo>
                <a:cubicBezTo>
                  <a:pt x="10089853" y="103684"/>
                  <a:pt x="10124678" y="169664"/>
                  <a:pt x="10135791" y="260152"/>
                </a:cubicBezTo>
                <a:lnTo>
                  <a:pt x="9881592" y="275034"/>
                </a:lnTo>
                <a:cubicBezTo>
                  <a:pt x="9874845" y="235744"/>
                  <a:pt x="9860657" y="207169"/>
                  <a:pt x="9839027" y="189310"/>
                </a:cubicBezTo>
                <a:cubicBezTo>
                  <a:pt x="9817397" y="171450"/>
                  <a:pt x="9787533" y="162520"/>
                  <a:pt x="9749433" y="162520"/>
                </a:cubicBezTo>
                <a:cubicBezTo>
                  <a:pt x="9718080" y="162520"/>
                  <a:pt x="9694465" y="169168"/>
                  <a:pt x="9678591" y="182463"/>
                </a:cubicBezTo>
                <a:cubicBezTo>
                  <a:pt x="9662716" y="195759"/>
                  <a:pt x="9654778" y="211931"/>
                  <a:pt x="9654778" y="230981"/>
                </a:cubicBezTo>
                <a:cubicBezTo>
                  <a:pt x="9654778" y="244872"/>
                  <a:pt x="9661327" y="257374"/>
                  <a:pt x="9674423" y="268486"/>
                </a:cubicBezTo>
                <a:cubicBezTo>
                  <a:pt x="9687124" y="279995"/>
                  <a:pt x="9717286" y="290711"/>
                  <a:pt x="9764911" y="300633"/>
                </a:cubicBezTo>
                <a:cubicBezTo>
                  <a:pt x="9882783" y="326033"/>
                  <a:pt x="9967218" y="351731"/>
                  <a:pt x="10018216" y="377726"/>
                </a:cubicBezTo>
                <a:cubicBezTo>
                  <a:pt x="10069214" y="403721"/>
                  <a:pt x="10106323" y="435967"/>
                  <a:pt x="10129540" y="474464"/>
                </a:cubicBezTo>
                <a:cubicBezTo>
                  <a:pt x="10152757" y="512961"/>
                  <a:pt x="10164366" y="556022"/>
                  <a:pt x="10164366" y="603647"/>
                </a:cubicBezTo>
                <a:cubicBezTo>
                  <a:pt x="10164366" y="659606"/>
                  <a:pt x="10148887" y="711200"/>
                  <a:pt x="10117931" y="758428"/>
                </a:cubicBezTo>
                <a:cubicBezTo>
                  <a:pt x="10086975" y="805656"/>
                  <a:pt x="10043716" y="841474"/>
                  <a:pt x="9988153" y="865882"/>
                </a:cubicBezTo>
                <a:cubicBezTo>
                  <a:pt x="9932590" y="890290"/>
                  <a:pt x="9862542" y="902494"/>
                  <a:pt x="9778008" y="902494"/>
                </a:cubicBezTo>
                <a:cubicBezTo>
                  <a:pt x="9629577" y="902494"/>
                  <a:pt x="9526786" y="873919"/>
                  <a:pt x="9469636" y="816769"/>
                </a:cubicBezTo>
                <a:cubicBezTo>
                  <a:pt x="9412486" y="759619"/>
                  <a:pt x="9380141" y="686991"/>
                  <a:pt x="9372600" y="598885"/>
                </a:cubicBezTo>
                <a:lnTo>
                  <a:pt x="9629180" y="582811"/>
                </a:lnTo>
                <a:cubicBezTo>
                  <a:pt x="9634736" y="624483"/>
                  <a:pt x="9646047" y="656233"/>
                  <a:pt x="9663112" y="678061"/>
                </a:cubicBezTo>
                <a:cubicBezTo>
                  <a:pt x="9690893" y="713383"/>
                  <a:pt x="9730582" y="731044"/>
                  <a:pt x="9782175" y="731044"/>
                </a:cubicBezTo>
                <a:cubicBezTo>
                  <a:pt x="9820671" y="731044"/>
                  <a:pt x="9850338" y="722015"/>
                  <a:pt x="9871174" y="703957"/>
                </a:cubicBezTo>
                <a:cubicBezTo>
                  <a:pt x="9892010" y="685899"/>
                  <a:pt x="9902428" y="664964"/>
                  <a:pt x="9902428" y="641152"/>
                </a:cubicBezTo>
                <a:cubicBezTo>
                  <a:pt x="9902428" y="618530"/>
                  <a:pt x="9892507" y="598289"/>
                  <a:pt x="9872662" y="580430"/>
                </a:cubicBezTo>
                <a:cubicBezTo>
                  <a:pt x="9852818" y="562570"/>
                  <a:pt x="9806782" y="545703"/>
                  <a:pt x="9734550" y="529828"/>
                </a:cubicBezTo>
                <a:cubicBezTo>
                  <a:pt x="9616282" y="503238"/>
                  <a:pt x="9531945" y="467916"/>
                  <a:pt x="9481542" y="423863"/>
                </a:cubicBezTo>
                <a:cubicBezTo>
                  <a:pt x="9430742" y="379809"/>
                  <a:pt x="9405342" y="323652"/>
                  <a:pt x="9405342" y="255389"/>
                </a:cubicBezTo>
                <a:cubicBezTo>
                  <a:pt x="9405342" y="210542"/>
                  <a:pt x="9418340" y="168176"/>
                  <a:pt x="9444335" y="128290"/>
                </a:cubicBezTo>
                <a:cubicBezTo>
                  <a:pt x="9470331" y="88404"/>
                  <a:pt x="9509422" y="57051"/>
                  <a:pt x="9561612" y="34231"/>
                </a:cubicBezTo>
                <a:cubicBezTo>
                  <a:pt x="9613802" y="11410"/>
                  <a:pt x="9685338" y="0"/>
                  <a:pt x="9776222" y="0"/>
                </a:cubicBezTo>
                <a:close/>
                <a:moveTo>
                  <a:pt x="7818239" y="0"/>
                </a:moveTo>
                <a:cubicBezTo>
                  <a:pt x="7914680" y="0"/>
                  <a:pt x="7986812" y="8731"/>
                  <a:pt x="8034635" y="26194"/>
                </a:cubicBezTo>
                <a:cubicBezTo>
                  <a:pt x="8082458" y="43656"/>
                  <a:pt x="8122146" y="70743"/>
                  <a:pt x="8153698" y="107454"/>
                </a:cubicBezTo>
                <a:cubicBezTo>
                  <a:pt x="8185249" y="144165"/>
                  <a:pt x="8208962" y="190699"/>
                  <a:pt x="8224837" y="247055"/>
                </a:cubicBezTo>
                <a:lnTo>
                  <a:pt x="7964686" y="293489"/>
                </a:lnTo>
                <a:cubicBezTo>
                  <a:pt x="7953970" y="260549"/>
                  <a:pt x="7935813" y="235347"/>
                  <a:pt x="7910215" y="217885"/>
                </a:cubicBezTo>
                <a:cubicBezTo>
                  <a:pt x="7884617" y="200422"/>
                  <a:pt x="7851974" y="191691"/>
                  <a:pt x="7812286" y="191691"/>
                </a:cubicBezTo>
                <a:cubicBezTo>
                  <a:pt x="7753152" y="191691"/>
                  <a:pt x="7706023" y="212229"/>
                  <a:pt x="7670899" y="253306"/>
                </a:cubicBezTo>
                <a:cubicBezTo>
                  <a:pt x="7635776" y="294382"/>
                  <a:pt x="7618214" y="359370"/>
                  <a:pt x="7618214" y="448270"/>
                </a:cubicBezTo>
                <a:cubicBezTo>
                  <a:pt x="7618214" y="542727"/>
                  <a:pt x="7635974" y="610195"/>
                  <a:pt x="7671495" y="650677"/>
                </a:cubicBezTo>
                <a:cubicBezTo>
                  <a:pt x="7707015" y="691158"/>
                  <a:pt x="7756525" y="711399"/>
                  <a:pt x="7820025" y="711399"/>
                </a:cubicBezTo>
                <a:cubicBezTo>
                  <a:pt x="7850188" y="711399"/>
                  <a:pt x="7878961" y="707033"/>
                  <a:pt x="7906346" y="698302"/>
                </a:cubicBezTo>
                <a:cubicBezTo>
                  <a:pt x="7933730" y="689570"/>
                  <a:pt x="7965083" y="674688"/>
                  <a:pt x="8000404" y="653653"/>
                </a:cubicBezTo>
                <a:lnTo>
                  <a:pt x="8000404" y="571500"/>
                </a:lnTo>
                <a:lnTo>
                  <a:pt x="7820025" y="571500"/>
                </a:lnTo>
                <a:lnTo>
                  <a:pt x="7820025" y="389930"/>
                </a:lnTo>
                <a:lnTo>
                  <a:pt x="8236744" y="389930"/>
                </a:lnTo>
                <a:lnTo>
                  <a:pt x="8236744" y="762000"/>
                </a:lnTo>
                <a:cubicBezTo>
                  <a:pt x="8156972" y="816372"/>
                  <a:pt x="8086428" y="853381"/>
                  <a:pt x="8025110" y="873026"/>
                </a:cubicBezTo>
                <a:cubicBezTo>
                  <a:pt x="7963793" y="892671"/>
                  <a:pt x="7891066" y="902494"/>
                  <a:pt x="7806928" y="902494"/>
                </a:cubicBezTo>
                <a:cubicBezTo>
                  <a:pt x="7703344" y="902494"/>
                  <a:pt x="7618909" y="884833"/>
                  <a:pt x="7553623" y="849511"/>
                </a:cubicBezTo>
                <a:cubicBezTo>
                  <a:pt x="7488337" y="814189"/>
                  <a:pt x="7437735" y="761603"/>
                  <a:pt x="7401818" y="691753"/>
                </a:cubicBezTo>
                <a:cubicBezTo>
                  <a:pt x="7365901" y="621903"/>
                  <a:pt x="7347942" y="541735"/>
                  <a:pt x="7347942" y="451247"/>
                </a:cubicBezTo>
                <a:cubicBezTo>
                  <a:pt x="7347942" y="355997"/>
                  <a:pt x="7367588" y="273149"/>
                  <a:pt x="7406878" y="202704"/>
                </a:cubicBezTo>
                <a:cubicBezTo>
                  <a:pt x="7446169" y="132259"/>
                  <a:pt x="7503716" y="78780"/>
                  <a:pt x="7579519" y="42267"/>
                </a:cubicBezTo>
                <a:cubicBezTo>
                  <a:pt x="7638653" y="14089"/>
                  <a:pt x="7718227" y="0"/>
                  <a:pt x="7818239" y="0"/>
                </a:cubicBezTo>
                <a:close/>
                <a:moveTo>
                  <a:pt x="6385322" y="0"/>
                </a:moveTo>
                <a:cubicBezTo>
                  <a:pt x="6496844" y="0"/>
                  <a:pt x="6581875" y="20737"/>
                  <a:pt x="6640413" y="62210"/>
                </a:cubicBezTo>
                <a:cubicBezTo>
                  <a:pt x="6698952" y="103684"/>
                  <a:pt x="6733778" y="169664"/>
                  <a:pt x="6744891" y="260152"/>
                </a:cubicBezTo>
                <a:lnTo>
                  <a:pt x="6490692" y="275034"/>
                </a:lnTo>
                <a:cubicBezTo>
                  <a:pt x="6483946" y="235744"/>
                  <a:pt x="6469757" y="207169"/>
                  <a:pt x="6448128" y="189310"/>
                </a:cubicBezTo>
                <a:cubicBezTo>
                  <a:pt x="6426498" y="171450"/>
                  <a:pt x="6396633" y="162520"/>
                  <a:pt x="6358533" y="162520"/>
                </a:cubicBezTo>
                <a:cubicBezTo>
                  <a:pt x="6327180" y="162520"/>
                  <a:pt x="6303566" y="169168"/>
                  <a:pt x="6287691" y="182463"/>
                </a:cubicBezTo>
                <a:cubicBezTo>
                  <a:pt x="6271816" y="195759"/>
                  <a:pt x="6263878" y="211931"/>
                  <a:pt x="6263878" y="230981"/>
                </a:cubicBezTo>
                <a:cubicBezTo>
                  <a:pt x="6263878" y="244872"/>
                  <a:pt x="6270427" y="257374"/>
                  <a:pt x="6283524" y="268486"/>
                </a:cubicBezTo>
                <a:cubicBezTo>
                  <a:pt x="6296223" y="279995"/>
                  <a:pt x="6326386" y="290711"/>
                  <a:pt x="6374011" y="300633"/>
                </a:cubicBezTo>
                <a:cubicBezTo>
                  <a:pt x="6491883" y="326033"/>
                  <a:pt x="6576318" y="351731"/>
                  <a:pt x="6627317" y="377726"/>
                </a:cubicBezTo>
                <a:cubicBezTo>
                  <a:pt x="6678315" y="403721"/>
                  <a:pt x="6715423" y="435967"/>
                  <a:pt x="6738640" y="474464"/>
                </a:cubicBezTo>
                <a:cubicBezTo>
                  <a:pt x="6761857" y="512961"/>
                  <a:pt x="6773466" y="556022"/>
                  <a:pt x="6773466" y="603647"/>
                </a:cubicBezTo>
                <a:cubicBezTo>
                  <a:pt x="6773466" y="659606"/>
                  <a:pt x="6757988" y="711200"/>
                  <a:pt x="6727031" y="758428"/>
                </a:cubicBezTo>
                <a:cubicBezTo>
                  <a:pt x="6696075" y="805656"/>
                  <a:pt x="6652816" y="841474"/>
                  <a:pt x="6597253" y="865882"/>
                </a:cubicBezTo>
                <a:cubicBezTo>
                  <a:pt x="6541691" y="890290"/>
                  <a:pt x="6471642" y="902494"/>
                  <a:pt x="6387108" y="902494"/>
                </a:cubicBezTo>
                <a:cubicBezTo>
                  <a:pt x="6238677" y="902494"/>
                  <a:pt x="6135886" y="873919"/>
                  <a:pt x="6078736" y="816769"/>
                </a:cubicBezTo>
                <a:cubicBezTo>
                  <a:pt x="6021586" y="759619"/>
                  <a:pt x="5989241" y="686991"/>
                  <a:pt x="5981700" y="598885"/>
                </a:cubicBezTo>
                <a:lnTo>
                  <a:pt x="6238280" y="582811"/>
                </a:lnTo>
                <a:cubicBezTo>
                  <a:pt x="6243836" y="624483"/>
                  <a:pt x="6255147" y="656233"/>
                  <a:pt x="6272213" y="678061"/>
                </a:cubicBezTo>
                <a:cubicBezTo>
                  <a:pt x="6299994" y="713383"/>
                  <a:pt x="6339681" y="731044"/>
                  <a:pt x="6391275" y="731044"/>
                </a:cubicBezTo>
                <a:cubicBezTo>
                  <a:pt x="6429772" y="731044"/>
                  <a:pt x="6459438" y="722015"/>
                  <a:pt x="6480274" y="703957"/>
                </a:cubicBezTo>
                <a:cubicBezTo>
                  <a:pt x="6501110" y="685899"/>
                  <a:pt x="6511528" y="664964"/>
                  <a:pt x="6511528" y="641152"/>
                </a:cubicBezTo>
                <a:cubicBezTo>
                  <a:pt x="6511528" y="618530"/>
                  <a:pt x="6501606" y="598289"/>
                  <a:pt x="6481763" y="580430"/>
                </a:cubicBezTo>
                <a:cubicBezTo>
                  <a:pt x="6461919" y="562570"/>
                  <a:pt x="6415881" y="545703"/>
                  <a:pt x="6343650" y="529828"/>
                </a:cubicBezTo>
                <a:cubicBezTo>
                  <a:pt x="6225381" y="503238"/>
                  <a:pt x="6141046" y="467916"/>
                  <a:pt x="6090642" y="423863"/>
                </a:cubicBezTo>
                <a:cubicBezTo>
                  <a:pt x="6039843" y="379809"/>
                  <a:pt x="6014442" y="323652"/>
                  <a:pt x="6014442" y="255389"/>
                </a:cubicBezTo>
                <a:cubicBezTo>
                  <a:pt x="6014442" y="210542"/>
                  <a:pt x="6027440" y="168176"/>
                  <a:pt x="6053435" y="128290"/>
                </a:cubicBezTo>
                <a:cubicBezTo>
                  <a:pt x="6079431" y="88404"/>
                  <a:pt x="6118523" y="57051"/>
                  <a:pt x="6170712" y="34231"/>
                </a:cubicBezTo>
                <a:cubicBezTo>
                  <a:pt x="6222901" y="11410"/>
                  <a:pt x="6294438" y="0"/>
                  <a:pt x="6385322" y="0"/>
                </a:cubicBezTo>
                <a:close/>
                <a:moveTo>
                  <a:pt x="1624106" y="0"/>
                </a:moveTo>
                <a:lnTo>
                  <a:pt x="1747838" y="0"/>
                </a:lnTo>
                <a:lnTo>
                  <a:pt x="1528624" y="902494"/>
                </a:lnTo>
                <a:lnTo>
                  <a:pt x="1406129" y="90249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reflection blurRad="279400" stA="50000" endA="300" endPos="90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u="sng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FFEA03A3-FE1E-4E41-CE1B-EB5A3185BB0C}"/>
              </a:ext>
            </a:extLst>
          </p:cNvPr>
          <p:cNvSpPr/>
          <p:nvPr/>
        </p:nvSpPr>
        <p:spPr>
          <a:xfrm>
            <a:off x="457199" y="2441448"/>
            <a:ext cx="11277599" cy="1968500"/>
          </a:xfrm>
          <a:custGeom>
            <a:avLst/>
            <a:gdLst/>
            <a:ahLst/>
            <a:cxnLst/>
            <a:rect l="l" t="t" r="r" b="b"/>
            <a:pathLst>
              <a:path w="10164366" h="902494">
                <a:moveTo>
                  <a:pt x="4473179" y="212527"/>
                </a:moveTo>
                <a:lnTo>
                  <a:pt x="4473179" y="689372"/>
                </a:lnTo>
                <a:lnTo>
                  <a:pt x="4539258" y="689372"/>
                </a:lnTo>
                <a:cubicBezTo>
                  <a:pt x="4595614" y="689372"/>
                  <a:pt x="4635699" y="683121"/>
                  <a:pt x="4659512" y="670620"/>
                </a:cubicBezTo>
                <a:cubicBezTo>
                  <a:pt x="4683324" y="658118"/>
                  <a:pt x="4701977" y="636290"/>
                  <a:pt x="4715471" y="605135"/>
                </a:cubicBezTo>
                <a:cubicBezTo>
                  <a:pt x="4728964" y="573981"/>
                  <a:pt x="4735712" y="523478"/>
                  <a:pt x="4735712" y="453628"/>
                </a:cubicBezTo>
                <a:cubicBezTo>
                  <a:pt x="4735712" y="361156"/>
                  <a:pt x="4720630" y="297855"/>
                  <a:pt x="4690468" y="263724"/>
                </a:cubicBezTo>
                <a:cubicBezTo>
                  <a:pt x="4660306" y="229592"/>
                  <a:pt x="4610299" y="212527"/>
                  <a:pt x="4540449" y="212527"/>
                </a:cubicBezTo>
                <a:close/>
                <a:moveTo>
                  <a:pt x="8402241" y="14883"/>
                </a:moveTo>
                <a:lnTo>
                  <a:pt x="8654058" y="14883"/>
                </a:lnTo>
                <a:lnTo>
                  <a:pt x="8982670" y="497719"/>
                </a:lnTo>
                <a:lnTo>
                  <a:pt x="8982670" y="14883"/>
                </a:lnTo>
                <a:lnTo>
                  <a:pt x="9236869" y="14883"/>
                </a:lnTo>
                <a:lnTo>
                  <a:pt x="9236869" y="887611"/>
                </a:lnTo>
                <a:lnTo>
                  <a:pt x="8982670" y="887611"/>
                </a:lnTo>
                <a:lnTo>
                  <a:pt x="8655844" y="408422"/>
                </a:lnTo>
                <a:lnTo>
                  <a:pt x="8655844" y="887611"/>
                </a:lnTo>
                <a:lnTo>
                  <a:pt x="8402241" y="887611"/>
                </a:lnTo>
                <a:close/>
                <a:moveTo>
                  <a:pt x="6915746" y="14883"/>
                </a:moveTo>
                <a:lnTo>
                  <a:pt x="7186017" y="14883"/>
                </a:lnTo>
                <a:lnTo>
                  <a:pt x="7186017" y="887611"/>
                </a:lnTo>
                <a:lnTo>
                  <a:pt x="6915746" y="887611"/>
                </a:lnTo>
                <a:close/>
                <a:moveTo>
                  <a:pt x="5151835" y="14883"/>
                </a:moveTo>
                <a:lnTo>
                  <a:pt x="5874544" y="14883"/>
                </a:lnTo>
                <a:lnTo>
                  <a:pt x="5874544" y="201216"/>
                </a:lnTo>
                <a:lnTo>
                  <a:pt x="5422106" y="201216"/>
                </a:lnTo>
                <a:lnTo>
                  <a:pt x="5422106" y="339924"/>
                </a:lnTo>
                <a:lnTo>
                  <a:pt x="5841802" y="339924"/>
                </a:lnTo>
                <a:lnTo>
                  <a:pt x="5841802" y="517922"/>
                </a:lnTo>
                <a:lnTo>
                  <a:pt x="5422106" y="517922"/>
                </a:lnTo>
                <a:lnTo>
                  <a:pt x="5422106" y="689967"/>
                </a:lnTo>
                <a:lnTo>
                  <a:pt x="5887641" y="689967"/>
                </a:lnTo>
                <a:lnTo>
                  <a:pt x="5887641" y="887611"/>
                </a:lnTo>
                <a:lnTo>
                  <a:pt x="5151835" y="887611"/>
                </a:lnTo>
                <a:close/>
                <a:moveTo>
                  <a:pt x="4203502" y="14883"/>
                </a:moveTo>
                <a:lnTo>
                  <a:pt x="4604148" y="14883"/>
                </a:lnTo>
                <a:cubicBezTo>
                  <a:pt x="4683126" y="14883"/>
                  <a:pt x="4746923" y="25599"/>
                  <a:pt x="4795540" y="47030"/>
                </a:cubicBezTo>
                <a:cubicBezTo>
                  <a:pt x="4844157" y="68461"/>
                  <a:pt x="4884341" y="99219"/>
                  <a:pt x="4916091" y="139303"/>
                </a:cubicBezTo>
                <a:cubicBezTo>
                  <a:pt x="4947841" y="179388"/>
                  <a:pt x="4970860" y="226020"/>
                  <a:pt x="4985147" y="279202"/>
                </a:cubicBezTo>
                <a:cubicBezTo>
                  <a:pt x="4999435" y="332383"/>
                  <a:pt x="5006578" y="388739"/>
                  <a:pt x="5006578" y="448270"/>
                </a:cubicBezTo>
                <a:cubicBezTo>
                  <a:pt x="5006578" y="541536"/>
                  <a:pt x="4995962" y="613867"/>
                  <a:pt x="4974729" y="665262"/>
                </a:cubicBezTo>
                <a:cubicBezTo>
                  <a:pt x="4953496" y="716657"/>
                  <a:pt x="4924028" y="759718"/>
                  <a:pt x="4886325" y="794445"/>
                </a:cubicBezTo>
                <a:cubicBezTo>
                  <a:pt x="4848622" y="829171"/>
                  <a:pt x="4808141" y="852289"/>
                  <a:pt x="4764882" y="863799"/>
                </a:cubicBezTo>
                <a:cubicBezTo>
                  <a:pt x="4705747" y="879674"/>
                  <a:pt x="4652169" y="887611"/>
                  <a:pt x="4604148" y="887611"/>
                </a:cubicBezTo>
                <a:lnTo>
                  <a:pt x="4203502" y="887611"/>
                </a:lnTo>
                <a:close/>
                <a:moveTo>
                  <a:pt x="2797374" y="14883"/>
                </a:moveTo>
                <a:lnTo>
                  <a:pt x="3094435" y="14883"/>
                </a:lnTo>
                <a:lnTo>
                  <a:pt x="3248919" y="283369"/>
                </a:lnTo>
                <a:lnTo>
                  <a:pt x="3399235" y="14883"/>
                </a:lnTo>
                <a:lnTo>
                  <a:pt x="3693320" y="14883"/>
                </a:lnTo>
                <a:lnTo>
                  <a:pt x="3421680" y="437555"/>
                </a:lnTo>
                <a:lnTo>
                  <a:pt x="3718918" y="887611"/>
                </a:lnTo>
                <a:lnTo>
                  <a:pt x="3415903" y="887611"/>
                </a:lnTo>
                <a:lnTo>
                  <a:pt x="3243561" y="607219"/>
                </a:lnTo>
                <a:lnTo>
                  <a:pt x="3071218" y="887611"/>
                </a:lnTo>
                <a:lnTo>
                  <a:pt x="2769989" y="887611"/>
                </a:lnTo>
                <a:lnTo>
                  <a:pt x="3071032" y="432792"/>
                </a:lnTo>
                <a:close/>
                <a:moveTo>
                  <a:pt x="1838326" y="14883"/>
                </a:moveTo>
                <a:lnTo>
                  <a:pt x="2107407" y="14883"/>
                </a:lnTo>
                <a:lnTo>
                  <a:pt x="2107407" y="547223"/>
                </a:lnTo>
                <a:cubicBezTo>
                  <a:pt x="2107407" y="594810"/>
                  <a:pt x="2120603" y="631986"/>
                  <a:pt x="2146995" y="658751"/>
                </a:cubicBezTo>
                <a:cubicBezTo>
                  <a:pt x="2173387" y="685515"/>
                  <a:pt x="2209999" y="698897"/>
                  <a:pt x="2256830" y="698897"/>
                </a:cubicBezTo>
                <a:cubicBezTo>
                  <a:pt x="2303265" y="698897"/>
                  <a:pt x="2339678" y="685712"/>
                  <a:pt x="2366070" y="659341"/>
                </a:cubicBezTo>
                <a:cubicBezTo>
                  <a:pt x="2392462" y="632971"/>
                  <a:pt x="2405659" y="595598"/>
                  <a:pt x="2405659" y="547223"/>
                </a:cubicBezTo>
                <a:lnTo>
                  <a:pt x="2405659" y="14883"/>
                </a:lnTo>
                <a:lnTo>
                  <a:pt x="2674740" y="14883"/>
                </a:lnTo>
                <a:lnTo>
                  <a:pt x="2674740" y="534842"/>
                </a:lnTo>
                <a:cubicBezTo>
                  <a:pt x="2674740" y="586398"/>
                  <a:pt x="2666703" y="635081"/>
                  <a:pt x="2650630" y="680889"/>
                </a:cubicBezTo>
                <a:cubicBezTo>
                  <a:pt x="2634556" y="726697"/>
                  <a:pt x="2609354" y="766755"/>
                  <a:pt x="2575025" y="801063"/>
                </a:cubicBezTo>
                <a:cubicBezTo>
                  <a:pt x="2540695" y="835371"/>
                  <a:pt x="2504679" y="859464"/>
                  <a:pt x="2466976" y="873342"/>
                </a:cubicBezTo>
                <a:cubicBezTo>
                  <a:pt x="2414588" y="892777"/>
                  <a:pt x="2351684" y="902494"/>
                  <a:pt x="2278261" y="902494"/>
                </a:cubicBezTo>
                <a:cubicBezTo>
                  <a:pt x="2235796" y="902494"/>
                  <a:pt x="2189461" y="899519"/>
                  <a:pt x="2139256" y="893569"/>
                </a:cubicBezTo>
                <a:cubicBezTo>
                  <a:pt x="2089052" y="887619"/>
                  <a:pt x="2047082" y="875820"/>
                  <a:pt x="2013348" y="858171"/>
                </a:cubicBezTo>
                <a:cubicBezTo>
                  <a:pt x="1979613" y="840522"/>
                  <a:pt x="1948756" y="815437"/>
                  <a:pt x="1920777" y="782915"/>
                </a:cubicBezTo>
                <a:cubicBezTo>
                  <a:pt x="1892797" y="750393"/>
                  <a:pt x="1873647" y="716880"/>
                  <a:pt x="1863329" y="682377"/>
                </a:cubicBezTo>
                <a:cubicBezTo>
                  <a:pt x="1846660" y="626852"/>
                  <a:pt x="1838326" y="577673"/>
                  <a:pt x="1838326" y="534842"/>
                </a:cubicBezTo>
                <a:close/>
                <a:moveTo>
                  <a:pt x="1029296" y="14883"/>
                </a:moveTo>
                <a:lnTo>
                  <a:pt x="1299568" y="14883"/>
                </a:lnTo>
                <a:lnTo>
                  <a:pt x="1299568" y="887611"/>
                </a:lnTo>
                <a:lnTo>
                  <a:pt x="1029296" y="887611"/>
                </a:lnTo>
                <a:close/>
                <a:moveTo>
                  <a:pt x="0" y="14883"/>
                </a:moveTo>
                <a:lnTo>
                  <a:pt x="269082" y="14883"/>
                </a:lnTo>
                <a:lnTo>
                  <a:pt x="269082" y="547223"/>
                </a:lnTo>
                <a:cubicBezTo>
                  <a:pt x="269082" y="594810"/>
                  <a:pt x="282278" y="631986"/>
                  <a:pt x="308670" y="658751"/>
                </a:cubicBezTo>
                <a:cubicBezTo>
                  <a:pt x="335062" y="685515"/>
                  <a:pt x="371674" y="698897"/>
                  <a:pt x="418505" y="698897"/>
                </a:cubicBezTo>
                <a:cubicBezTo>
                  <a:pt x="464940" y="698897"/>
                  <a:pt x="501353" y="685712"/>
                  <a:pt x="527745" y="659341"/>
                </a:cubicBezTo>
                <a:cubicBezTo>
                  <a:pt x="554137" y="632971"/>
                  <a:pt x="567333" y="595598"/>
                  <a:pt x="567333" y="547223"/>
                </a:cubicBezTo>
                <a:lnTo>
                  <a:pt x="567333" y="14883"/>
                </a:lnTo>
                <a:lnTo>
                  <a:pt x="836415" y="14883"/>
                </a:lnTo>
                <a:lnTo>
                  <a:pt x="836415" y="534842"/>
                </a:lnTo>
                <a:cubicBezTo>
                  <a:pt x="836415" y="586398"/>
                  <a:pt x="828378" y="635081"/>
                  <a:pt x="812305" y="680889"/>
                </a:cubicBezTo>
                <a:cubicBezTo>
                  <a:pt x="796231" y="726697"/>
                  <a:pt x="771030" y="766755"/>
                  <a:pt x="736700" y="801063"/>
                </a:cubicBezTo>
                <a:cubicBezTo>
                  <a:pt x="702370" y="835371"/>
                  <a:pt x="666354" y="859464"/>
                  <a:pt x="628651" y="873342"/>
                </a:cubicBezTo>
                <a:cubicBezTo>
                  <a:pt x="576263" y="892777"/>
                  <a:pt x="513358" y="902494"/>
                  <a:pt x="439936" y="902494"/>
                </a:cubicBezTo>
                <a:cubicBezTo>
                  <a:pt x="397471" y="902494"/>
                  <a:pt x="351136" y="899519"/>
                  <a:pt x="300931" y="893569"/>
                </a:cubicBezTo>
                <a:cubicBezTo>
                  <a:pt x="250726" y="887619"/>
                  <a:pt x="208757" y="875820"/>
                  <a:pt x="175022" y="858171"/>
                </a:cubicBezTo>
                <a:cubicBezTo>
                  <a:pt x="141288" y="840522"/>
                  <a:pt x="110431" y="815437"/>
                  <a:pt x="82451" y="782915"/>
                </a:cubicBezTo>
                <a:cubicBezTo>
                  <a:pt x="54472" y="750393"/>
                  <a:pt x="35322" y="716880"/>
                  <a:pt x="25004" y="682377"/>
                </a:cubicBezTo>
                <a:cubicBezTo>
                  <a:pt x="8335" y="626852"/>
                  <a:pt x="0" y="577673"/>
                  <a:pt x="0" y="534842"/>
                </a:cubicBezTo>
                <a:close/>
                <a:moveTo>
                  <a:pt x="9776222" y="0"/>
                </a:moveTo>
                <a:cubicBezTo>
                  <a:pt x="9887744" y="0"/>
                  <a:pt x="9972774" y="20737"/>
                  <a:pt x="10031313" y="62210"/>
                </a:cubicBezTo>
                <a:cubicBezTo>
                  <a:pt x="10089853" y="103684"/>
                  <a:pt x="10124678" y="169664"/>
                  <a:pt x="10135791" y="260152"/>
                </a:cubicBezTo>
                <a:lnTo>
                  <a:pt x="9881592" y="275034"/>
                </a:lnTo>
                <a:cubicBezTo>
                  <a:pt x="9874845" y="235744"/>
                  <a:pt x="9860657" y="207169"/>
                  <a:pt x="9839027" y="189310"/>
                </a:cubicBezTo>
                <a:cubicBezTo>
                  <a:pt x="9817397" y="171450"/>
                  <a:pt x="9787533" y="162520"/>
                  <a:pt x="9749433" y="162520"/>
                </a:cubicBezTo>
                <a:cubicBezTo>
                  <a:pt x="9718080" y="162520"/>
                  <a:pt x="9694465" y="169168"/>
                  <a:pt x="9678591" y="182463"/>
                </a:cubicBezTo>
                <a:cubicBezTo>
                  <a:pt x="9662716" y="195759"/>
                  <a:pt x="9654778" y="211931"/>
                  <a:pt x="9654778" y="230981"/>
                </a:cubicBezTo>
                <a:cubicBezTo>
                  <a:pt x="9654778" y="244872"/>
                  <a:pt x="9661327" y="257374"/>
                  <a:pt x="9674423" y="268486"/>
                </a:cubicBezTo>
                <a:cubicBezTo>
                  <a:pt x="9687124" y="279995"/>
                  <a:pt x="9717286" y="290711"/>
                  <a:pt x="9764911" y="300633"/>
                </a:cubicBezTo>
                <a:cubicBezTo>
                  <a:pt x="9882783" y="326033"/>
                  <a:pt x="9967218" y="351731"/>
                  <a:pt x="10018216" y="377726"/>
                </a:cubicBezTo>
                <a:cubicBezTo>
                  <a:pt x="10069214" y="403721"/>
                  <a:pt x="10106323" y="435967"/>
                  <a:pt x="10129540" y="474464"/>
                </a:cubicBezTo>
                <a:cubicBezTo>
                  <a:pt x="10152757" y="512961"/>
                  <a:pt x="10164366" y="556022"/>
                  <a:pt x="10164366" y="603647"/>
                </a:cubicBezTo>
                <a:cubicBezTo>
                  <a:pt x="10164366" y="659606"/>
                  <a:pt x="10148887" y="711200"/>
                  <a:pt x="10117931" y="758428"/>
                </a:cubicBezTo>
                <a:cubicBezTo>
                  <a:pt x="10086975" y="805656"/>
                  <a:pt x="10043716" y="841474"/>
                  <a:pt x="9988153" y="865882"/>
                </a:cubicBezTo>
                <a:cubicBezTo>
                  <a:pt x="9932590" y="890290"/>
                  <a:pt x="9862542" y="902494"/>
                  <a:pt x="9778008" y="902494"/>
                </a:cubicBezTo>
                <a:cubicBezTo>
                  <a:pt x="9629577" y="902494"/>
                  <a:pt x="9526786" y="873919"/>
                  <a:pt x="9469636" y="816769"/>
                </a:cubicBezTo>
                <a:cubicBezTo>
                  <a:pt x="9412486" y="759619"/>
                  <a:pt x="9380141" y="686991"/>
                  <a:pt x="9372600" y="598885"/>
                </a:cubicBezTo>
                <a:lnTo>
                  <a:pt x="9629180" y="582811"/>
                </a:lnTo>
                <a:cubicBezTo>
                  <a:pt x="9634736" y="624483"/>
                  <a:pt x="9646047" y="656233"/>
                  <a:pt x="9663112" y="678061"/>
                </a:cubicBezTo>
                <a:cubicBezTo>
                  <a:pt x="9690893" y="713383"/>
                  <a:pt x="9730582" y="731044"/>
                  <a:pt x="9782175" y="731044"/>
                </a:cubicBezTo>
                <a:cubicBezTo>
                  <a:pt x="9820671" y="731044"/>
                  <a:pt x="9850338" y="722015"/>
                  <a:pt x="9871174" y="703957"/>
                </a:cubicBezTo>
                <a:cubicBezTo>
                  <a:pt x="9892010" y="685899"/>
                  <a:pt x="9902428" y="664964"/>
                  <a:pt x="9902428" y="641152"/>
                </a:cubicBezTo>
                <a:cubicBezTo>
                  <a:pt x="9902428" y="618530"/>
                  <a:pt x="9892507" y="598289"/>
                  <a:pt x="9872662" y="580430"/>
                </a:cubicBezTo>
                <a:cubicBezTo>
                  <a:pt x="9852818" y="562570"/>
                  <a:pt x="9806782" y="545703"/>
                  <a:pt x="9734550" y="529828"/>
                </a:cubicBezTo>
                <a:cubicBezTo>
                  <a:pt x="9616282" y="503238"/>
                  <a:pt x="9531945" y="467916"/>
                  <a:pt x="9481542" y="423863"/>
                </a:cubicBezTo>
                <a:cubicBezTo>
                  <a:pt x="9430742" y="379809"/>
                  <a:pt x="9405342" y="323652"/>
                  <a:pt x="9405342" y="255389"/>
                </a:cubicBezTo>
                <a:cubicBezTo>
                  <a:pt x="9405342" y="210542"/>
                  <a:pt x="9418340" y="168176"/>
                  <a:pt x="9444335" y="128290"/>
                </a:cubicBezTo>
                <a:cubicBezTo>
                  <a:pt x="9470331" y="88404"/>
                  <a:pt x="9509422" y="57051"/>
                  <a:pt x="9561612" y="34231"/>
                </a:cubicBezTo>
                <a:cubicBezTo>
                  <a:pt x="9613802" y="11410"/>
                  <a:pt x="9685338" y="0"/>
                  <a:pt x="9776222" y="0"/>
                </a:cubicBezTo>
                <a:close/>
                <a:moveTo>
                  <a:pt x="7818239" y="0"/>
                </a:moveTo>
                <a:cubicBezTo>
                  <a:pt x="7914680" y="0"/>
                  <a:pt x="7986812" y="8731"/>
                  <a:pt x="8034635" y="26194"/>
                </a:cubicBezTo>
                <a:cubicBezTo>
                  <a:pt x="8082458" y="43656"/>
                  <a:pt x="8122146" y="70743"/>
                  <a:pt x="8153698" y="107454"/>
                </a:cubicBezTo>
                <a:cubicBezTo>
                  <a:pt x="8185249" y="144165"/>
                  <a:pt x="8208962" y="190699"/>
                  <a:pt x="8224837" y="247055"/>
                </a:cubicBezTo>
                <a:lnTo>
                  <a:pt x="7964686" y="293489"/>
                </a:lnTo>
                <a:cubicBezTo>
                  <a:pt x="7953970" y="260549"/>
                  <a:pt x="7935813" y="235347"/>
                  <a:pt x="7910215" y="217885"/>
                </a:cubicBezTo>
                <a:cubicBezTo>
                  <a:pt x="7884617" y="200422"/>
                  <a:pt x="7851974" y="191691"/>
                  <a:pt x="7812286" y="191691"/>
                </a:cubicBezTo>
                <a:cubicBezTo>
                  <a:pt x="7753152" y="191691"/>
                  <a:pt x="7706023" y="212229"/>
                  <a:pt x="7670899" y="253306"/>
                </a:cubicBezTo>
                <a:cubicBezTo>
                  <a:pt x="7635776" y="294382"/>
                  <a:pt x="7618214" y="359370"/>
                  <a:pt x="7618214" y="448270"/>
                </a:cubicBezTo>
                <a:cubicBezTo>
                  <a:pt x="7618214" y="542727"/>
                  <a:pt x="7635974" y="610195"/>
                  <a:pt x="7671495" y="650677"/>
                </a:cubicBezTo>
                <a:cubicBezTo>
                  <a:pt x="7707015" y="691158"/>
                  <a:pt x="7756525" y="711399"/>
                  <a:pt x="7820025" y="711399"/>
                </a:cubicBezTo>
                <a:cubicBezTo>
                  <a:pt x="7850188" y="711399"/>
                  <a:pt x="7878961" y="707033"/>
                  <a:pt x="7906346" y="698302"/>
                </a:cubicBezTo>
                <a:cubicBezTo>
                  <a:pt x="7933730" y="689570"/>
                  <a:pt x="7965083" y="674688"/>
                  <a:pt x="8000404" y="653653"/>
                </a:cubicBezTo>
                <a:lnTo>
                  <a:pt x="8000404" y="571500"/>
                </a:lnTo>
                <a:lnTo>
                  <a:pt x="7820025" y="571500"/>
                </a:lnTo>
                <a:lnTo>
                  <a:pt x="7820025" y="389930"/>
                </a:lnTo>
                <a:lnTo>
                  <a:pt x="8236744" y="389930"/>
                </a:lnTo>
                <a:lnTo>
                  <a:pt x="8236744" y="762000"/>
                </a:lnTo>
                <a:cubicBezTo>
                  <a:pt x="8156972" y="816372"/>
                  <a:pt x="8086428" y="853381"/>
                  <a:pt x="8025110" y="873026"/>
                </a:cubicBezTo>
                <a:cubicBezTo>
                  <a:pt x="7963793" y="892671"/>
                  <a:pt x="7891066" y="902494"/>
                  <a:pt x="7806928" y="902494"/>
                </a:cubicBezTo>
                <a:cubicBezTo>
                  <a:pt x="7703344" y="902494"/>
                  <a:pt x="7618909" y="884833"/>
                  <a:pt x="7553623" y="849511"/>
                </a:cubicBezTo>
                <a:cubicBezTo>
                  <a:pt x="7488337" y="814189"/>
                  <a:pt x="7437735" y="761603"/>
                  <a:pt x="7401818" y="691753"/>
                </a:cubicBezTo>
                <a:cubicBezTo>
                  <a:pt x="7365901" y="621903"/>
                  <a:pt x="7347942" y="541735"/>
                  <a:pt x="7347942" y="451247"/>
                </a:cubicBezTo>
                <a:cubicBezTo>
                  <a:pt x="7347942" y="355997"/>
                  <a:pt x="7367588" y="273149"/>
                  <a:pt x="7406878" y="202704"/>
                </a:cubicBezTo>
                <a:cubicBezTo>
                  <a:pt x="7446169" y="132259"/>
                  <a:pt x="7503716" y="78780"/>
                  <a:pt x="7579519" y="42267"/>
                </a:cubicBezTo>
                <a:cubicBezTo>
                  <a:pt x="7638653" y="14089"/>
                  <a:pt x="7718227" y="0"/>
                  <a:pt x="7818239" y="0"/>
                </a:cubicBezTo>
                <a:close/>
                <a:moveTo>
                  <a:pt x="6385322" y="0"/>
                </a:moveTo>
                <a:cubicBezTo>
                  <a:pt x="6496844" y="0"/>
                  <a:pt x="6581875" y="20737"/>
                  <a:pt x="6640413" y="62210"/>
                </a:cubicBezTo>
                <a:cubicBezTo>
                  <a:pt x="6698952" y="103684"/>
                  <a:pt x="6733778" y="169664"/>
                  <a:pt x="6744891" y="260152"/>
                </a:cubicBezTo>
                <a:lnTo>
                  <a:pt x="6490692" y="275034"/>
                </a:lnTo>
                <a:cubicBezTo>
                  <a:pt x="6483946" y="235744"/>
                  <a:pt x="6469757" y="207169"/>
                  <a:pt x="6448128" y="189310"/>
                </a:cubicBezTo>
                <a:cubicBezTo>
                  <a:pt x="6426498" y="171450"/>
                  <a:pt x="6396633" y="162520"/>
                  <a:pt x="6358533" y="162520"/>
                </a:cubicBezTo>
                <a:cubicBezTo>
                  <a:pt x="6327180" y="162520"/>
                  <a:pt x="6303566" y="169168"/>
                  <a:pt x="6287691" y="182463"/>
                </a:cubicBezTo>
                <a:cubicBezTo>
                  <a:pt x="6271816" y="195759"/>
                  <a:pt x="6263878" y="211931"/>
                  <a:pt x="6263878" y="230981"/>
                </a:cubicBezTo>
                <a:cubicBezTo>
                  <a:pt x="6263878" y="244872"/>
                  <a:pt x="6270427" y="257374"/>
                  <a:pt x="6283524" y="268486"/>
                </a:cubicBezTo>
                <a:cubicBezTo>
                  <a:pt x="6296223" y="279995"/>
                  <a:pt x="6326386" y="290711"/>
                  <a:pt x="6374011" y="300633"/>
                </a:cubicBezTo>
                <a:cubicBezTo>
                  <a:pt x="6491883" y="326033"/>
                  <a:pt x="6576318" y="351731"/>
                  <a:pt x="6627317" y="377726"/>
                </a:cubicBezTo>
                <a:cubicBezTo>
                  <a:pt x="6678315" y="403721"/>
                  <a:pt x="6715423" y="435967"/>
                  <a:pt x="6738640" y="474464"/>
                </a:cubicBezTo>
                <a:cubicBezTo>
                  <a:pt x="6761857" y="512961"/>
                  <a:pt x="6773466" y="556022"/>
                  <a:pt x="6773466" y="603647"/>
                </a:cubicBezTo>
                <a:cubicBezTo>
                  <a:pt x="6773466" y="659606"/>
                  <a:pt x="6757988" y="711200"/>
                  <a:pt x="6727031" y="758428"/>
                </a:cubicBezTo>
                <a:cubicBezTo>
                  <a:pt x="6696075" y="805656"/>
                  <a:pt x="6652816" y="841474"/>
                  <a:pt x="6597253" y="865882"/>
                </a:cubicBezTo>
                <a:cubicBezTo>
                  <a:pt x="6541691" y="890290"/>
                  <a:pt x="6471642" y="902494"/>
                  <a:pt x="6387108" y="902494"/>
                </a:cubicBezTo>
                <a:cubicBezTo>
                  <a:pt x="6238677" y="902494"/>
                  <a:pt x="6135886" y="873919"/>
                  <a:pt x="6078736" y="816769"/>
                </a:cubicBezTo>
                <a:cubicBezTo>
                  <a:pt x="6021586" y="759619"/>
                  <a:pt x="5989241" y="686991"/>
                  <a:pt x="5981700" y="598885"/>
                </a:cubicBezTo>
                <a:lnTo>
                  <a:pt x="6238280" y="582811"/>
                </a:lnTo>
                <a:cubicBezTo>
                  <a:pt x="6243836" y="624483"/>
                  <a:pt x="6255147" y="656233"/>
                  <a:pt x="6272213" y="678061"/>
                </a:cubicBezTo>
                <a:cubicBezTo>
                  <a:pt x="6299994" y="713383"/>
                  <a:pt x="6339681" y="731044"/>
                  <a:pt x="6391275" y="731044"/>
                </a:cubicBezTo>
                <a:cubicBezTo>
                  <a:pt x="6429772" y="731044"/>
                  <a:pt x="6459438" y="722015"/>
                  <a:pt x="6480274" y="703957"/>
                </a:cubicBezTo>
                <a:cubicBezTo>
                  <a:pt x="6501110" y="685899"/>
                  <a:pt x="6511528" y="664964"/>
                  <a:pt x="6511528" y="641152"/>
                </a:cubicBezTo>
                <a:cubicBezTo>
                  <a:pt x="6511528" y="618530"/>
                  <a:pt x="6501606" y="598289"/>
                  <a:pt x="6481763" y="580430"/>
                </a:cubicBezTo>
                <a:cubicBezTo>
                  <a:pt x="6461919" y="562570"/>
                  <a:pt x="6415881" y="545703"/>
                  <a:pt x="6343650" y="529828"/>
                </a:cubicBezTo>
                <a:cubicBezTo>
                  <a:pt x="6225381" y="503238"/>
                  <a:pt x="6141046" y="467916"/>
                  <a:pt x="6090642" y="423863"/>
                </a:cubicBezTo>
                <a:cubicBezTo>
                  <a:pt x="6039843" y="379809"/>
                  <a:pt x="6014442" y="323652"/>
                  <a:pt x="6014442" y="255389"/>
                </a:cubicBezTo>
                <a:cubicBezTo>
                  <a:pt x="6014442" y="210542"/>
                  <a:pt x="6027440" y="168176"/>
                  <a:pt x="6053435" y="128290"/>
                </a:cubicBezTo>
                <a:cubicBezTo>
                  <a:pt x="6079431" y="88404"/>
                  <a:pt x="6118523" y="57051"/>
                  <a:pt x="6170712" y="34231"/>
                </a:cubicBezTo>
                <a:cubicBezTo>
                  <a:pt x="6222901" y="11410"/>
                  <a:pt x="6294438" y="0"/>
                  <a:pt x="6385322" y="0"/>
                </a:cubicBezTo>
                <a:close/>
                <a:moveTo>
                  <a:pt x="1624106" y="0"/>
                </a:moveTo>
                <a:lnTo>
                  <a:pt x="1747838" y="0"/>
                </a:lnTo>
                <a:lnTo>
                  <a:pt x="1528624" y="902494"/>
                </a:lnTo>
                <a:lnTo>
                  <a:pt x="1406129" y="902494"/>
                </a:lnTo>
                <a:close/>
              </a:path>
            </a:pathLst>
          </a:custGeom>
          <a:noFill/>
          <a:ln w="19050">
            <a:solidFill>
              <a:schemeClr val="bg1">
                <a:alpha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E4F4636-B9E9-7516-77BA-0FD0B2CDECFA}"/>
              </a:ext>
            </a:extLst>
          </p:cNvPr>
          <p:cNvSpPr/>
          <p:nvPr/>
        </p:nvSpPr>
        <p:spPr>
          <a:xfrm>
            <a:off x="457198" y="4649724"/>
            <a:ext cx="11277599" cy="1968500"/>
          </a:xfrm>
          <a:custGeom>
            <a:avLst/>
            <a:gdLst/>
            <a:ahLst/>
            <a:cxnLst/>
            <a:rect l="l" t="t" r="r" b="b"/>
            <a:pathLst>
              <a:path w="10164366" h="902494">
                <a:moveTo>
                  <a:pt x="4473179" y="212527"/>
                </a:moveTo>
                <a:lnTo>
                  <a:pt x="4473179" y="689372"/>
                </a:lnTo>
                <a:lnTo>
                  <a:pt x="4539258" y="689372"/>
                </a:lnTo>
                <a:cubicBezTo>
                  <a:pt x="4595614" y="689372"/>
                  <a:pt x="4635699" y="683121"/>
                  <a:pt x="4659512" y="670620"/>
                </a:cubicBezTo>
                <a:cubicBezTo>
                  <a:pt x="4683324" y="658118"/>
                  <a:pt x="4701977" y="636290"/>
                  <a:pt x="4715471" y="605135"/>
                </a:cubicBezTo>
                <a:cubicBezTo>
                  <a:pt x="4728964" y="573981"/>
                  <a:pt x="4735712" y="523478"/>
                  <a:pt x="4735712" y="453628"/>
                </a:cubicBezTo>
                <a:cubicBezTo>
                  <a:pt x="4735712" y="361156"/>
                  <a:pt x="4720630" y="297855"/>
                  <a:pt x="4690468" y="263724"/>
                </a:cubicBezTo>
                <a:cubicBezTo>
                  <a:pt x="4660306" y="229592"/>
                  <a:pt x="4610299" y="212527"/>
                  <a:pt x="4540449" y="212527"/>
                </a:cubicBezTo>
                <a:close/>
                <a:moveTo>
                  <a:pt x="8402241" y="14883"/>
                </a:moveTo>
                <a:lnTo>
                  <a:pt x="8654058" y="14883"/>
                </a:lnTo>
                <a:lnTo>
                  <a:pt x="8982670" y="497719"/>
                </a:lnTo>
                <a:lnTo>
                  <a:pt x="8982670" y="14883"/>
                </a:lnTo>
                <a:lnTo>
                  <a:pt x="9236869" y="14883"/>
                </a:lnTo>
                <a:lnTo>
                  <a:pt x="9236869" y="887611"/>
                </a:lnTo>
                <a:lnTo>
                  <a:pt x="8982670" y="887611"/>
                </a:lnTo>
                <a:lnTo>
                  <a:pt x="8655844" y="408422"/>
                </a:lnTo>
                <a:lnTo>
                  <a:pt x="8655844" y="887611"/>
                </a:lnTo>
                <a:lnTo>
                  <a:pt x="8402241" y="887611"/>
                </a:lnTo>
                <a:close/>
                <a:moveTo>
                  <a:pt x="6915746" y="14883"/>
                </a:moveTo>
                <a:lnTo>
                  <a:pt x="7186017" y="14883"/>
                </a:lnTo>
                <a:lnTo>
                  <a:pt x="7186017" y="887611"/>
                </a:lnTo>
                <a:lnTo>
                  <a:pt x="6915746" y="887611"/>
                </a:lnTo>
                <a:close/>
                <a:moveTo>
                  <a:pt x="5151835" y="14883"/>
                </a:moveTo>
                <a:lnTo>
                  <a:pt x="5874544" y="14883"/>
                </a:lnTo>
                <a:lnTo>
                  <a:pt x="5874544" y="201216"/>
                </a:lnTo>
                <a:lnTo>
                  <a:pt x="5422106" y="201216"/>
                </a:lnTo>
                <a:lnTo>
                  <a:pt x="5422106" y="339924"/>
                </a:lnTo>
                <a:lnTo>
                  <a:pt x="5841802" y="339924"/>
                </a:lnTo>
                <a:lnTo>
                  <a:pt x="5841802" y="517922"/>
                </a:lnTo>
                <a:lnTo>
                  <a:pt x="5422106" y="517922"/>
                </a:lnTo>
                <a:lnTo>
                  <a:pt x="5422106" y="689967"/>
                </a:lnTo>
                <a:lnTo>
                  <a:pt x="5887641" y="689967"/>
                </a:lnTo>
                <a:lnTo>
                  <a:pt x="5887641" y="887611"/>
                </a:lnTo>
                <a:lnTo>
                  <a:pt x="5151835" y="887611"/>
                </a:lnTo>
                <a:close/>
                <a:moveTo>
                  <a:pt x="4203502" y="14883"/>
                </a:moveTo>
                <a:lnTo>
                  <a:pt x="4604148" y="14883"/>
                </a:lnTo>
                <a:cubicBezTo>
                  <a:pt x="4683126" y="14883"/>
                  <a:pt x="4746923" y="25599"/>
                  <a:pt x="4795540" y="47030"/>
                </a:cubicBezTo>
                <a:cubicBezTo>
                  <a:pt x="4844157" y="68461"/>
                  <a:pt x="4884341" y="99219"/>
                  <a:pt x="4916091" y="139303"/>
                </a:cubicBezTo>
                <a:cubicBezTo>
                  <a:pt x="4947841" y="179388"/>
                  <a:pt x="4970860" y="226020"/>
                  <a:pt x="4985147" y="279202"/>
                </a:cubicBezTo>
                <a:cubicBezTo>
                  <a:pt x="4999435" y="332383"/>
                  <a:pt x="5006578" y="388739"/>
                  <a:pt x="5006578" y="448270"/>
                </a:cubicBezTo>
                <a:cubicBezTo>
                  <a:pt x="5006578" y="541536"/>
                  <a:pt x="4995962" y="613867"/>
                  <a:pt x="4974729" y="665262"/>
                </a:cubicBezTo>
                <a:cubicBezTo>
                  <a:pt x="4953496" y="716657"/>
                  <a:pt x="4924028" y="759718"/>
                  <a:pt x="4886325" y="794445"/>
                </a:cubicBezTo>
                <a:cubicBezTo>
                  <a:pt x="4848622" y="829171"/>
                  <a:pt x="4808141" y="852289"/>
                  <a:pt x="4764882" y="863799"/>
                </a:cubicBezTo>
                <a:cubicBezTo>
                  <a:pt x="4705747" y="879674"/>
                  <a:pt x="4652169" y="887611"/>
                  <a:pt x="4604148" y="887611"/>
                </a:cubicBezTo>
                <a:lnTo>
                  <a:pt x="4203502" y="887611"/>
                </a:lnTo>
                <a:close/>
                <a:moveTo>
                  <a:pt x="2797374" y="14883"/>
                </a:moveTo>
                <a:lnTo>
                  <a:pt x="3094435" y="14883"/>
                </a:lnTo>
                <a:lnTo>
                  <a:pt x="3248919" y="283369"/>
                </a:lnTo>
                <a:lnTo>
                  <a:pt x="3399235" y="14883"/>
                </a:lnTo>
                <a:lnTo>
                  <a:pt x="3693320" y="14883"/>
                </a:lnTo>
                <a:lnTo>
                  <a:pt x="3421680" y="437555"/>
                </a:lnTo>
                <a:lnTo>
                  <a:pt x="3718918" y="887611"/>
                </a:lnTo>
                <a:lnTo>
                  <a:pt x="3415903" y="887611"/>
                </a:lnTo>
                <a:lnTo>
                  <a:pt x="3243561" y="607219"/>
                </a:lnTo>
                <a:lnTo>
                  <a:pt x="3071218" y="887611"/>
                </a:lnTo>
                <a:lnTo>
                  <a:pt x="2769989" y="887611"/>
                </a:lnTo>
                <a:lnTo>
                  <a:pt x="3071032" y="432792"/>
                </a:lnTo>
                <a:close/>
                <a:moveTo>
                  <a:pt x="1838326" y="14883"/>
                </a:moveTo>
                <a:lnTo>
                  <a:pt x="2107407" y="14883"/>
                </a:lnTo>
                <a:lnTo>
                  <a:pt x="2107407" y="547223"/>
                </a:lnTo>
                <a:cubicBezTo>
                  <a:pt x="2107407" y="594810"/>
                  <a:pt x="2120603" y="631986"/>
                  <a:pt x="2146995" y="658751"/>
                </a:cubicBezTo>
                <a:cubicBezTo>
                  <a:pt x="2173387" y="685515"/>
                  <a:pt x="2209999" y="698897"/>
                  <a:pt x="2256830" y="698897"/>
                </a:cubicBezTo>
                <a:cubicBezTo>
                  <a:pt x="2303265" y="698897"/>
                  <a:pt x="2339678" y="685712"/>
                  <a:pt x="2366070" y="659341"/>
                </a:cubicBezTo>
                <a:cubicBezTo>
                  <a:pt x="2392462" y="632971"/>
                  <a:pt x="2405659" y="595598"/>
                  <a:pt x="2405659" y="547223"/>
                </a:cubicBezTo>
                <a:lnTo>
                  <a:pt x="2405659" y="14883"/>
                </a:lnTo>
                <a:lnTo>
                  <a:pt x="2674740" y="14883"/>
                </a:lnTo>
                <a:lnTo>
                  <a:pt x="2674740" y="534842"/>
                </a:lnTo>
                <a:cubicBezTo>
                  <a:pt x="2674740" y="586398"/>
                  <a:pt x="2666703" y="635081"/>
                  <a:pt x="2650630" y="680889"/>
                </a:cubicBezTo>
                <a:cubicBezTo>
                  <a:pt x="2634556" y="726697"/>
                  <a:pt x="2609354" y="766755"/>
                  <a:pt x="2575025" y="801063"/>
                </a:cubicBezTo>
                <a:cubicBezTo>
                  <a:pt x="2540695" y="835371"/>
                  <a:pt x="2504679" y="859464"/>
                  <a:pt x="2466976" y="873342"/>
                </a:cubicBezTo>
                <a:cubicBezTo>
                  <a:pt x="2414588" y="892777"/>
                  <a:pt x="2351684" y="902494"/>
                  <a:pt x="2278261" y="902494"/>
                </a:cubicBezTo>
                <a:cubicBezTo>
                  <a:pt x="2235796" y="902494"/>
                  <a:pt x="2189461" y="899519"/>
                  <a:pt x="2139256" y="893569"/>
                </a:cubicBezTo>
                <a:cubicBezTo>
                  <a:pt x="2089052" y="887619"/>
                  <a:pt x="2047082" y="875820"/>
                  <a:pt x="2013348" y="858171"/>
                </a:cubicBezTo>
                <a:cubicBezTo>
                  <a:pt x="1979613" y="840522"/>
                  <a:pt x="1948756" y="815437"/>
                  <a:pt x="1920777" y="782915"/>
                </a:cubicBezTo>
                <a:cubicBezTo>
                  <a:pt x="1892797" y="750393"/>
                  <a:pt x="1873647" y="716880"/>
                  <a:pt x="1863329" y="682377"/>
                </a:cubicBezTo>
                <a:cubicBezTo>
                  <a:pt x="1846660" y="626852"/>
                  <a:pt x="1838326" y="577673"/>
                  <a:pt x="1838326" y="534842"/>
                </a:cubicBezTo>
                <a:close/>
                <a:moveTo>
                  <a:pt x="1029296" y="14883"/>
                </a:moveTo>
                <a:lnTo>
                  <a:pt x="1299568" y="14883"/>
                </a:lnTo>
                <a:lnTo>
                  <a:pt x="1299568" y="887611"/>
                </a:lnTo>
                <a:lnTo>
                  <a:pt x="1029296" y="887611"/>
                </a:lnTo>
                <a:close/>
                <a:moveTo>
                  <a:pt x="0" y="14883"/>
                </a:moveTo>
                <a:lnTo>
                  <a:pt x="269082" y="14883"/>
                </a:lnTo>
                <a:lnTo>
                  <a:pt x="269082" y="547223"/>
                </a:lnTo>
                <a:cubicBezTo>
                  <a:pt x="269082" y="594810"/>
                  <a:pt x="282278" y="631986"/>
                  <a:pt x="308670" y="658751"/>
                </a:cubicBezTo>
                <a:cubicBezTo>
                  <a:pt x="335062" y="685515"/>
                  <a:pt x="371674" y="698897"/>
                  <a:pt x="418505" y="698897"/>
                </a:cubicBezTo>
                <a:cubicBezTo>
                  <a:pt x="464940" y="698897"/>
                  <a:pt x="501353" y="685712"/>
                  <a:pt x="527745" y="659341"/>
                </a:cubicBezTo>
                <a:cubicBezTo>
                  <a:pt x="554137" y="632971"/>
                  <a:pt x="567333" y="595598"/>
                  <a:pt x="567333" y="547223"/>
                </a:cubicBezTo>
                <a:lnTo>
                  <a:pt x="567333" y="14883"/>
                </a:lnTo>
                <a:lnTo>
                  <a:pt x="836415" y="14883"/>
                </a:lnTo>
                <a:lnTo>
                  <a:pt x="836415" y="534842"/>
                </a:lnTo>
                <a:cubicBezTo>
                  <a:pt x="836415" y="586398"/>
                  <a:pt x="828378" y="635081"/>
                  <a:pt x="812305" y="680889"/>
                </a:cubicBezTo>
                <a:cubicBezTo>
                  <a:pt x="796231" y="726697"/>
                  <a:pt x="771030" y="766755"/>
                  <a:pt x="736700" y="801063"/>
                </a:cubicBezTo>
                <a:cubicBezTo>
                  <a:pt x="702370" y="835371"/>
                  <a:pt x="666354" y="859464"/>
                  <a:pt x="628651" y="873342"/>
                </a:cubicBezTo>
                <a:cubicBezTo>
                  <a:pt x="576263" y="892777"/>
                  <a:pt x="513358" y="902494"/>
                  <a:pt x="439936" y="902494"/>
                </a:cubicBezTo>
                <a:cubicBezTo>
                  <a:pt x="397471" y="902494"/>
                  <a:pt x="351136" y="899519"/>
                  <a:pt x="300931" y="893569"/>
                </a:cubicBezTo>
                <a:cubicBezTo>
                  <a:pt x="250726" y="887619"/>
                  <a:pt x="208757" y="875820"/>
                  <a:pt x="175022" y="858171"/>
                </a:cubicBezTo>
                <a:cubicBezTo>
                  <a:pt x="141288" y="840522"/>
                  <a:pt x="110431" y="815437"/>
                  <a:pt x="82451" y="782915"/>
                </a:cubicBezTo>
                <a:cubicBezTo>
                  <a:pt x="54472" y="750393"/>
                  <a:pt x="35322" y="716880"/>
                  <a:pt x="25004" y="682377"/>
                </a:cubicBezTo>
                <a:cubicBezTo>
                  <a:pt x="8335" y="626852"/>
                  <a:pt x="0" y="577673"/>
                  <a:pt x="0" y="534842"/>
                </a:cubicBezTo>
                <a:close/>
                <a:moveTo>
                  <a:pt x="9776222" y="0"/>
                </a:moveTo>
                <a:cubicBezTo>
                  <a:pt x="9887744" y="0"/>
                  <a:pt x="9972774" y="20737"/>
                  <a:pt x="10031313" y="62210"/>
                </a:cubicBezTo>
                <a:cubicBezTo>
                  <a:pt x="10089853" y="103684"/>
                  <a:pt x="10124678" y="169664"/>
                  <a:pt x="10135791" y="260152"/>
                </a:cubicBezTo>
                <a:lnTo>
                  <a:pt x="9881592" y="275034"/>
                </a:lnTo>
                <a:cubicBezTo>
                  <a:pt x="9874845" y="235744"/>
                  <a:pt x="9860657" y="207169"/>
                  <a:pt x="9839027" y="189310"/>
                </a:cubicBezTo>
                <a:cubicBezTo>
                  <a:pt x="9817397" y="171450"/>
                  <a:pt x="9787533" y="162520"/>
                  <a:pt x="9749433" y="162520"/>
                </a:cubicBezTo>
                <a:cubicBezTo>
                  <a:pt x="9718080" y="162520"/>
                  <a:pt x="9694465" y="169168"/>
                  <a:pt x="9678591" y="182463"/>
                </a:cubicBezTo>
                <a:cubicBezTo>
                  <a:pt x="9662716" y="195759"/>
                  <a:pt x="9654778" y="211931"/>
                  <a:pt x="9654778" y="230981"/>
                </a:cubicBezTo>
                <a:cubicBezTo>
                  <a:pt x="9654778" y="244872"/>
                  <a:pt x="9661327" y="257374"/>
                  <a:pt x="9674423" y="268486"/>
                </a:cubicBezTo>
                <a:cubicBezTo>
                  <a:pt x="9687124" y="279995"/>
                  <a:pt x="9717286" y="290711"/>
                  <a:pt x="9764911" y="300633"/>
                </a:cubicBezTo>
                <a:cubicBezTo>
                  <a:pt x="9882783" y="326033"/>
                  <a:pt x="9967218" y="351731"/>
                  <a:pt x="10018216" y="377726"/>
                </a:cubicBezTo>
                <a:cubicBezTo>
                  <a:pt x="10069214" y="403721"/>
                  <a:pt x="10106323" y="435967"/>
                  <a:pt x="10129540" y="474464"/>
                </a:cubicBezTo>
                <a:cubicBezTo>
                  <a:pt x="10152757" y="512961"/>
                  <a:pt x="10164366" y="556022"/>
                  <a:pt x="10164366" y="603647"/>
                </a:cubicBezTo>
                <a:cubicBezTo>
                  <a:pt x="10164366" y="659606"/>
                  <a:pt x="10148887" y="711200"/>
                  <a:pt x="10117931" y="758428"/>
                </a:cubicBezTo>
                <a:cubicBezTo>
                  <a:pt x="10086975" y="805656"/>
                  <a:pt x="10043716" y="841474"/>
                  <a:pt x="9988153" y="865882"/>
                </a:cubicBezTo>
                <a:cubicBezTo>
                  <a:pt x="9932590" y="890290"/>
                  <a:pt x="9862542" y="902494"/>
                  <a:pt x="9778008" y="902494"/>
                </a:cubicBezTo>
                <a:cubicBezTo>
                  <a:pt x="9629577" y="902494"/>
                  <a:pt x="9526786" y="873919"/>
                  <a:pt x="9469636" y="816769"/>
                </a:cubicBezTo>
                <a:cubicBezTo>
                  <a:pt x="9412486" y="759619"/>
                  <a:pt x="9380141" y="686991"/>
                  <a:pt x="9372600" y="598885"/>
                </a:cubicBezTo>
                <a:lnTo>
                  <a:pt x="9629180" y="582811"/>
                </a:lnTo>
                <a:cubicBezTo>
                  <a:pt x="9634736" y="624483"/>
                  <a:pt x="9646047" y="656233"/>
                  <a:pt x="9663112" y="678061"/>
                </a:cubicBezTo>
                <a:cubicBezTo>
                  <a:pt x="9690893" y="713383"/>
                  <a:pt x="9730582" y="731044"/>
                  <a:pt x="9782175" y="731044"/>
                </a:cubicBezTo>
                <a:cubicBezTo>
                  <a:pt x="9820671" y="731044"/>
                  <a:pt x="9850338" y="722015"/>
                  <a:pt x="9871174" y="703957"/>
                </a:cubicBezTo>
                <a:cubicBezTo>
                  <a:pt x="9892010" y="685899"/>
                  <a:pt x="9902428" y="664964"/>
                  <a:pt x="9902428" y="641152"/>
                </a:cubicBezTo>
                <a:cubicBezTo>
                  <a:pt x="9902428" y="618530"/>
                  <a:pt x="9892507" y="598289"/>
                  <a:pt x="9872662" y="580430"/>
                </a:cubicBezTo>
                <a:cubicBezTo>
                  <a:pt x="9852818" y="562570"/>
                  <a:pt x="9806782" y="545703"/>
                  <a:pt x="9734550" y="529828"/>
                </a:cubicBezTo>
                <a:cubicBezTo>
                  <a:pt x="9616282" y="503238"/>
                  <a:pt x="9531945" y="467916"/>
                  <a:pt x="9481542" y="423863"/>
                </a:cubicBezTo>
                <a:cubicBezTo>
                  <a:pt x="9430742" y="379809"/>
                  <a:pt x="9405342" y="323652"/>
                  <a:pt x="9405342" y="255389"/>
                </a:cubicBezTo>
                <a:cubicBezTo>
                  <a:pt x="9405342" y="210542"/>
                  <a:pt x="9418340" y="168176"/>
                  <a:pt x="9444335" y="128290"/>
                </a:cubicBezTo>
                <a:cubicBezTo>
                  <a:pt x="9470331" y="88404"/>
                  <a:pt x="9509422" y="57051"/>
                  <a:pt x="9561612" y="34231"/>
                </a:cubicBezTo>
                <a:cubicBezTo>
                  <a:pt x="9613802" y="11410"/>
                  <a:pt x="9685338" y="0"/>
                  <a:pt x="9776222" y="0"/>
                </a:cubicBezTo>
                <a:close/>
                <a:moveTo>
                  <a:pt x="7818239" y="0"/>
                </a:moveTo>
                <a:cubicBezTo>
                  <a:pt x="7914680" y="0"/>
                  <a:pt x="7986812" y="8731"/>
                  <a:pt x="8034635" y="26194"/>
                </a:cubicBezTo>
                <a:cubicBezTo>
                  <a:pt x="8082458" y="43656"/>
                  <a:pt x="8122146" y="70743"/>
                  <a:pt x="8153698" y="107454"/>
                </a:cubicBezTo>
                <a:cubicBezTo>
                  <a:pt x="8185249" y="144165"/>
                  <a:pt x="8208962" y="190699"/>
                  <a:pt x="8224837" y="247055"/>
                </a:cubicBezTo>
                <a:lnTo>
                  <a:pt x="7964686" y="293489"/>
                </a:lnTo>
                <a:cubicBezTo>
                  <a:pt x="7953970" y="260549"/>
                  <a:pt x="7935813" y="235347"/>
                  <a:pt x="7910215" y="217885"/>
                </a:cubicBezTo>
                <a:cubicBezTo>
                  <a:pt x="7884617" y="200422"/>
                  <a:pt x="7851974" y="191691"/>
                  <a:pt x="7812286" y="191691"/>
                </a:cubicBezTo>
                <a:cubicBezTo>
                  <a:pt x="7753152" y="191691"/>
                  <a:pt x="7706023" y="212229"/>
                  <a:pt x="7670899" y="253306"/>
                </a:cubicBezTo>
                <a:cubicBezTo>
                  <a:pt x="7635776" y="294382"/>
                  <a:pt x="7618214" y="359370"/>
                  <a:pt x="7618214" y="448270"/>
                </a:cubicBezTo>
                <a:cubicBezTo>
                  <a:pt x="7618214" y="542727"/>
                  <a:pt x="7635974" y="610195"/>
                  <a:pt x="7671495" y="650677"/>
                </a:cubicBezTo>
                <a:cubicBezTo>
                  <a:pt x="7707015" y="691158"/>
                  <a:pt x="7756525" y="711399"/>
                  <a:pt x="7820025" y="711399"/>
                </a:cubicBezTo>
                <a:cubicBezTo>
                  <a:pt x="7850188" y="711399"/>
                  <a:pt x="7878961" y="707033"/>
                  <a:pt x="7906346" y="698302"/>
                </a:cubicBezTo>
                <a:cubicBezTo>
                  <a:pt x="7933730" y="689570"/>
                  <a:pt x="7965083" y="674688"/>
                  <a:pt x="8000404" y="653653"/>
                </a:cubicBezTo>
                <a:lnTo>
                  <a:pt x="8000404" y="571500"/>
                </a:lnTo>
                <a:lnTo>
                  <a:pt x="7820025" y="571500"/>
                </a:lnTo>
                <a:lnTo>
                  <a:pt x="7820025" y="389930"/>
                </a:lnTo>
                <a:lnTo>
                  <a:pt x="8236744" y="389930"/>
                </a:lnTo>
                <a:lnTo>
                  <a:pt x="8236744" y="762000"/>
                </a:lnTo>
                <a:cubicBezTo>
                  <a:pt x="8156972" y="816372"/>
                  <a:pt x="8086428" y="853381"/>
                  <a:pt x="8025110" y="873026"/>
                </a:cubicBezTo>
                <a:cubicBezTo>
                  <a:pt x="7963793" y="892671"/>
                  <a:pt x="7891066" y="902494"/>
                  <a:pt x="7806928" y="902494"/>
                </a:cubicBezTo>
                <a:cubicBezTo>
                  <a:pt x="7703344" y="902494"/>
                  <a:pt x="7618909" y="884833"/>
                  <a:pt x="7553623" y="849511"/>
                </a:cubicBezTo>
                <a:cubicBezTo>
                  <a:pt x="7488337" y="814189"/>
                  <a:pt x="7437735" y="761603"/>
                  <a:pt x="7401818" y="691753"/>
                </a:cubicBezTo>
                <a:cubicBezTo>
                  <a:pt x="7365901" y="621903"/>
                  <a:pt x="7347942" y="541735"/>
                  <a:pt x="7347942" y="451247"/>
                </a:cubicBezTo>
                <a:cubicBezTo>
                  <a:pt x="7347942" y="355997"/>
                  <a:pt x="7367588" y="273149"/>
                  <a:pt x="7406878" y="202704"/>
                </a:cubicBezTo>
                <a:cubicBezTo>
                  <a:pt x="7446169" y="132259"/>
                  <a:pt x="7503716" y="78780"/>
                  <a:pt x="7579519" y="42267"/>
                </a:cubicBezTo>
                <a:cubicBezTo>
                  <a:pt x="7638653" y="14089"/>
                  <a:pt x="7718227" y="0"/>
                  <a:pt x="7818239" y="0"/>
                </a:cubicBezTo>
                <a:close/>
                <a:moveTo>
                  <a:pt x="6385322" y="0"/>
                </a:moveTo>
                <a:cubicBezTo>
                  <a:pt x="6496844" y="0"/>
                  <a:pt x="6581875" y="20737"/>
                  <a:pt x="6640413" y="62210"/>
                </a:cubicBezTo>
                <a:cubicBezTo>
                  <a:pt x="6698952" y="103684"/>
                  <a:pt x="6733778" y="169664"/>
                  <a:pt x="6744891" y="260152"/>
                </a:cubicBezTo>
                <a:lnTo>
                  <a:pt x="6490692" y="275034"/>
                </a:lnTo>
                <a:cubicBezTo>
                  <a:pt x="6483946" y="235744"/>
                  <a:pt x="6469757" y="207169"/>
                  <a:pt x="6448128" y="189310"/>
                </a:cubicBezTo>
                <a:cubicBezTo>
                  <a:pt x="6426498" y="171450"/>
                  <a:pt x="6396633" y="162520"/>
                  <a:pt x="6358533" y="162520"/>
                </a:cubicBezTo>
                <a:cubicBezTo>
                  <a:pt x="6327180" y="162520"/>
                  <a:pt x="6303566" y="169168"/>
                  <a:pt x="6287691" y="182463"/>
                </a:cubicBezTo>
                <a:cubicBezTo>
                  <a:pt x="6271816" y="195759"/>
                  <a:pt x="6263878" y="211931"/>
                  <a:pt x="6263878" y="230981"/>
                </a:cubicBezTo>
                <a:cubicBezTo>
                  <a:pt x="6263878" y="244872"/>
                  <a:pt x="6270427" y="257374"/>
                  <a:pt x="6283524" y="268486"/>
                </a:cubicBezTo>
                <a:cubicBezTo>
                  <a:pt x="6296223" y="279995"/>
                  <a:pt x="6326386" y="290711"/>
                  <a:pt x="6374011" y="300633"/>
                </a:cubicBezTo>
                <a:cubicBezTo>
                  <a:pt x="6491883" y="326033"/>
                  <a:pt x="6576318" y="351731"/>
                  <a:pt x="6627317" y="377726"/>
                </a:cubicBezTo>
                <a:cubicBezTo>
                  <a:pt x="6678315" y="403721"/>
                  <a:pt x="6715423" y="435967"/>
                  <a:pt x="6738640" y="474464"/>
                </a:cubicBezTo>
                <a:cubicBezTo>
                  <a:pt x="6761857" y="512961"/>
                  <a:pt x="6773466" y="556022"/>
                  <a:pt x="6773466" y="603647"/>
                </a:cubicBezTo>
                <a:cubicBezTo>
                  <a:pt x="6773466" y="659606"/>
                  <a:pt x="6757988" y="711200"/>
                  <a:pt x="6727031" y="758428"/>
                </a:cubicBezTo>
                <a:cubicBezTo>
                  <a:pt x="6696075" y="805656"/>
                  <a:pt x="6652816" y="841474"/>
                  <a:pt x="6597253" y="865882"/>
                </a:cubicBezTo>
                <a:cubicBezTo>
                  <a:pt x="6541691" y="890290"/>
                  <a:pt x="6471642" y="902494"/>
                  <a:pt x="6387108" y="902494"/>
                </a:cubicBezTo>
                <a:cubicBezTo>
                  <a:pt x="6238677" y="902494"/>
                  <a:pt x="6135886" y="873919"/>
                  <a:pt x="6078736" y="816769"/>
                </a:cubicBezTo>
                <a:cubicBezTo>
                  <a:pt x="6021586" y="759619"/>
                  <a:pt x="5989241" y="686991"/>
                  <a:pt x="5981700" y="598885"/>
                </a:cubicBezTo>
                <a:lnTo>
                  <a:pt x="6238280" y="582811"/>
                </a:lnTo>
                <a:cubicBezTo>
                  <a:pt x="6243836" y="624483"/>
                  <a:pt x="6255147" y="656233"/>
                  <a:pt x="6272213" y="678061"/>
                </a:cubicBezTo>
                <a:cubicBezTo>
                  <a:pt x="6299994" y="713383"/>
                  <a:pt x="6339681" y="731044"/>
                  <a:pt x="6391275" y="731044"/>
                </a:cubicBezTo>
                <a:cubicBezTo>
                  <a:pt x="6429772" y="731044"/>
                  <a:pt x="6459438" y="722015"/>
                  <a:pt x="6480274" y="703957"/>
                </a:cubicBezTo>
                <a:cubicBezTo>
                  <a:pt x="6501110" y="685899"/>
                  <a:pt x="6511528" y="664964"/>
                  <a:pt x="6511528" y="641152"/>
                </a:cubicBezTo>
                <a:cubicBezTo>
                  <a:pt x="6511528" y="618530"/>
                  <a:pt x="6501606" y="598289"/>
                  <a:pt x="6481763" y="580430"/>
                </a:cubicBezTo>
                <a:cubicBezTo>
                  <a:pt x="6461919" y="562570"/>
                  <a:pt x="6415881" y="545703"/>
                  <a:pt x="6343650" y="529828"/>
                </a:cubicBezTo>
                <a:cubicBezTo>
                  <a:pt x="6225381" y="503238"/>
                  <a:pt x="6141046" y="467916"/>
                  <a:pt x="6090642" y="423863"/>
                </a:cubicBezTo>
                <a:cubicBezTo>
                  <a:pt x="6039843" y="379809"/>
                  <a:pt x="6014442" y="323652"/>
                  <a:pt x="6014442" y="255389"/>
                </a:cubicBezTo>
                <a:cubicBezTo>
                  <a:pt x="6014442" y="210542"/>
                  <a:pt x="6027440" y="168176"/>
                  <a:pt x="6053435" y="128290"/>
                </a:cubicBezTo>
                <a:cubicBezTo>
                  <a:pt x="6079431" y="88404"/>
                  <a:pt x="6118523" y="57051"/>
                  <a:pt x="6170712" y="34231"/>
                </a:cubicBezTo>
                <a:cubicBezTo>
                  <a:pt x="6222901" y="11410"/>
                  <a:pt x="6294438" y="0"/>
                  <a:pt x="6385322" y="0"/>
                </a:cubicBezTo>
                <a:close/>
                <a:moveTo>
                  <a:pt x="1624106" y="0"/>
                </a:moveTo>
                <a:lnTo>
                  <a:pt x="1747838" y="0"/>
                </a:lnTo>
                <a:lnTo>
                  <a:pt x="1528624" y="902494"/>
                </a:lnTo>
                <a:lnTo>
                  <a:pt x="1406129" y="902494"/>
                </a:lnTo>
                <a:close/>
              </a:path>
            </a:pathLst>
          </a:custGeom>
          <a:noFill/>
          <a:ln w="19050">
            <a:solidFill>
              <a:schemeClr val="bg1">
                <a:alpha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8ACC91-E17C-50E0-CF93-78BCB66473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90000"/>
                </a:schemeClr>
              </a:gs>
              <a:gs pos="100000">
                <a:schemeClr val="bg1">
                  <a:alpha val="0"/>
                  <a:lumMod val="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744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0F14"/>
            </a:gs>
            <a:gs pos="100000">
              <a:srgbClr val="18182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A2AE90A-3D0D-1DE0-70D8-45556F87160F}"/>
              </a:ext>
            </a:extLst>
          </p:cNvPr>
          <p:cNvSpPr/>
          <p:nvPr/>
        </p:nvSpPr>
        <p:spPr>
          <a:xfrm>
            <a:off x="457201" y="173736"/>
            <a:ext cx="11277598" cy="1968500"/>
          </a:xfrm>
          <a:custGeom>
            <a:avLst/>
            <a:gdLst/>
            <a:ahLst/>
            <a:cxnLst/>
            <a:rect l="l" t="t" r="r" b="b"/>
            <a:pathLst>
              <a:path w="12636698" h="902494">
                <a:moveTo>
                  <a:pt x="2389287" y="241102"/>
                </a:moveTo>
                <a:lnTo>
                  <a:pt x="2293962" y="554831"/>
                </a:lnTo>
                <a:lnTo>
                  <a:pt x="2485616" y="554831"/>
                </a:lnTo>
                <a:close/>
                <a:moveTo>
                  <a:pt x="6945510" y="212527"/>
                </a:moveTo>
                <a:lnTo>
                  <a:pt x="6945510" y="689372"/>
                </a:lnTo>
                <a:lnTo>
                  <a:pt x="7011590" y="689372"/>
                </a:lnTo>
                <a:cubicBezTo>
                  <a:pt x="7067946" y="689372"/>
                  <a:pt x="7108031" y="683121"/>
                  <a:pt x="7131843" y="670620"/>
                </a:cubicBezTo>
                <a:cubicBezTo>
                  <a:pt x="7155656" y="658118"/>
                  <a:pt x="7174309" y="636290"/>
                  <a:pt x="7187803" y="605135"/>
                </a:cubicBezTo>
                <a:cubicBezTo>
                  <a:pt x="7201296" y="573981"/>
                  <a:pt x="7208043" y="523478"/>
                  <a:pt x="7208043" y="453628"/>
                </a:cubicBezTo>
                <a:cubicBezTo>
                  <a:pt x="7208043" y="361156"/>
                  <a:pt x="7192962" y="297855"/>
                  <a:pt x="7162799" y="263724"/>
                </a:cubicBezTo>
                <a:cubicBezTo>
                  <a:pt x="7132637" y="229592"/>
                  <a:pt x="7082630" y="212527"/>
                  <a:pt x="7012781" y="212527"/>
                </a:cubicBezTo>
                <a:close/>
                <a:moveTo>
                  <a:pt x="3227189" y="192286"/>
                </a:moveTo>
                <a:lnTo>
                  <a:pt x="3227189" y="386953"/>
                </a:lnTo>
                <a:lnTo>
                  <a:pt x="3293269" y="386953"/>
                </a:lnTo>
                <a:cubicBezTo>
                  <a:pt x="3345260" y="386953"/>
                  <a:pt x="3381772" y="377924"/>
                  <a:pt x="3402806" y="359867"/>
                </a:cubicBezTo>
                <a:cubicBezTo>
                  <a:pt x="3423841" y="341809"/>
                  <a:pt x="3434358" y="318691"/>
                  <a:pt x="3434358" y="290513"/>
                </a:cubicBezTo>
                <a:cubicBezTo>
                  <a:pt x="3434358" y="263128"/>
                  <a:pt x="3425230" y="239911"/>
                  <a:pt x="3406973" y="220861"/>
                </a:cubicBezTo>
                <a:cubicBezTo>
                  <a:pt x="3388717" y="201811"/>
                  <a:pt x="3354388" y="192286"/>
                  <a:pt x="3303984" y="192286"/>
                </a:cubicBezTo>
                <a:close/>
                <a:moveTo>
                  <a:pt x="1326951" y="191095"/>
                </a:moveTo>
                <a:lnTo>
                  <a:pt x="1326951" y="368499"/>
                </a:lnTo>
                <a:lnTo>
                  <a:pt x="1440656" y="368499"/>
                </a:lnTo>
                <a:cubicBezTo>
                  <a:pt x="1452959" y="368499"/>
                  <a:pt x="1476772" y="364530"/>
                  <a:pt x="1512094" y="356592"/>
                </a:cubicBezTo>
                <a:cubicBezTo>
                  <a:pt x="1529953" y="353020"/>
                  <a:pt x="1544538" y="343892"/>
                  <a:pt x="1555849" y="329208"/>
                </a:cubicBezTo>
                <a:cubicBezTo>
                  <a:pt x="1567160" y="314524"/>
                  <a:pt x="1572816" y="297656"/>
                  <a:pt x="1572816" y="278606"/>
                </a:cubicBezTo>
                <a:cubicBezTo>
                  <a:pt x="1572816" y="250428"/>
                  <a:pt x="1563886" y="228799"/>
                  <a:pt x="1546026" y="213717"/>
                </a:cubicBezTo>
                <a:cubicBezTo>
                  <a:pt x="1528167" y="198636"/>
                  <a:pt x="1494631" y="191095"/>
                  <a:pt x="1445419" y="191095"/>
                </a:cubicBezTo>
                <a:close/>
                <a:moveTo>
                  <a:pt x="10874573" y="14883"/>
                </a:moveTo>
                <a:lnTo>
                  <a:pt x="11126390" y="14883"/>
                </a:lnTo>
                <a:lnTo>
                  <a:pt x="11455002" y="497719"/>
                </a:lnTo>
                <a:lnTo>
                  <a:pt x="11455002" y="14883"/>
                </a:lnTo>
                <a:lnTo>
                  <a:pt x="11709201" y="14883"/>
                </a:lnTo>
                <a:lnTo>
                  <a:pt x="11709201" y="887611"/>
                </a:lnTo>
                <a:lnTo>
                  <a:pt x="11455002" y="887611"/>
                </a:lnTo>
                <a:lnTo>
                  <a:pt x="11128176" y="408422"/>
                </a:lnTo>
                <a:lnTo>
                  <a:pt x="11128176" y="887611"/>
                </a:lnTo>
                <a:lnTo>
                  <a:pt x="10874573" y="887611"/>
                </a:lnTo>
                <a:close/>
                <a:moveTo>
                  <a:pt x="9388077" y="14883"/>
                </a:moveTo>
                <a:lnTo>
                  <a:pt x="9658349" y="14883"/>
                </a:lnTo>
                <a:lnTo>
                  <a:pt x="9658349" y="887611"/>
                </a:lnTo>
                <a:lnTo>
                  <a:pt x="9388077" y="887611"/>
                </a:lnTo>
                <a:close/>
                <a:moveTo>
                  <a:pt x="7624167" y="14883"/>
                </a:moveTo>
                <a:lnTo>
                  <a:pt x="8346876" y="14883"/>
                </a:lnTo>
                <a:lnTo>
                  <a:pt x="8346876" y="201216"/>
                </a:lnTo>
                <a:lnTo>
                  <a:pt x="7894438" y="201216"/>
                </a:lnTo>
                <a:lnTo>
                  <a:pt x="7894438" y="339924"/>
                </a:lnTo>
                <a:lnTo>
                  <a:pt x="8314134" y="339924"/>
                </a:lnTo>
                <a:lnTo>
                  <a:pt x="8314134" y="517922"/>
                </a:lnTo>
                <a:lnTo>
                  <a:pt x="7894438" y="517922"/>
                </a:lnTo>
                <a:lnTo>
                  <a:pt x="7894438" y="689967"/>
                </a:lnTo>
                <a:lnTo>
                  <a:pt x="8359973" y="689967"/>
                </a:lnTo>
                <a:lnTo>
                  <a:pt x="8359973" y="887611"/>
                </a:lnTo>
                <a:lnTo>
                  <a:pt x="7624167" y="887611"/>
                </a:lnTo>
                <a:close/>
                <a:moveTo>
                  <a:pt x="6675834" y="14883"/>
                </a:moveTo>
                <a:lnTo>
                  <a:pt x="7076479" y="14883"/>
                </a:lnTo>
                <a:cubicBezTo>
                  <a:pt x="7155457" y="14883"/>
                  <a:pt x="7219255" y="25599"/>
                  <a:pt x="7267872" y="47030"/>
                </a:cubicBezTo>
                <a:cubicBezTo>
                  <a:pt x="7316489" y="68461"/>
                  <a:pt x="7356673" y="99219"/>
                  <a:pt x="7388423" y="139303"/>
                </a:cubicBezTo>
                <a:cubicBezTo>
                  <a:pt x="7420173" y="179388"/>
                  <a:pt x="7443192" y="226020"/>
                  <a:pt x="7457479" y="279202"/>
                </a:cubicBezTo>
                <a:cubicBezTo>
                  <a:pt x="7471767" y="332383"/>
                  <a:pt x="7478910" y="388739"/>
                  <a:pt x="7478910" y="448270"/>
                </a:cubicBezTo>
                <a:cubicBezTo>
                  <a:pt x="7478910" y="541536"/>
                  <a:pt x="7468294" y="613867"/>
                  <a:pt x="7447061" y="665262"/>
                </a:cubicBezTo>
                <a:cubicBezTo>
                  <a:pt x="7425828" y="716657"/>
                  <a:pt x="7396360" y="759718"/>
                  <a:pt x="7358657" y="794445"/>
                </a:cubicBezTo>
                <a:cubicBezTo>
                  <a:pt x="7320954" y="829171"/>
                  <a:pt x="7280473" y="852289"/>
                  <a:pt x="7237213" y="863799"/>
                </a:cubicBezTo>
                <a:cubicBezTo>
                  <a:pt x="7178079" y="879674"/>
                  <a:pt x="7124501" y="887611"/>
                  <a:pt x="7076479" y="887611"/>
                </a:cubicBezTo>
                <a:lnTo>
                  <a:pt x="6675834" y="887611"/>
                </a:lnTo>
                <a:close/>
                <a:moveTo>
                  <a:pt x="4863703" y="14883"/>
                </a:moveTo>
                <a:lnTo>
                  <a:pt x="5133975" y="14883"/>
                </a:lnTo>
                <a:lnTo>
                  <a:pt x="5133975" y="887611"/>
                </a:lnTo>
                <a:lnTo>
                  <a:pt x="4863703" y="887611"/>
                </a:lnTo>
                <a:close/>
                <a:moveTo>
                  <a:pt x="3835003" y="14883"/>
                </a:moveTo>
                <a:lnTo>
                  <a:pt x="4104680" y="14883"/>
                </a:lnTo>
                <a:lnTo>
                  <a:pt x="4104680" y="320278"/>
                </a:lnTo>
                <a:lnTo>
                  <a:pt x="4399359" y="320278"/>
                </a:lnTo>
                <a:lnTo>
                  <a:pt x="4399359" y="14883"/>
                </a:lnTo>
                <a:lnTo>
                  <a:pt x="4670227" y="14883"/>
                </a:lnTo>
                <a:lnTo>
                  <a:pt x="4670227" y="887611"/>
                </a:lnTo>
                <a:lnTo>
                  <a:pt x="4399359" y="887611"/>
                </a:lnTo>
                <a:lnTo>
                  <a:pt x="4399359" y="534591"/>
                </a:lnTo>
                <a:lnTo>
                  <a:pt x="4104680" y="534591"/>
                </a:lnTo>
                <a:lnTo>
                  <a:pt x="4104680" y="887611"/>
                </a:lnTo>
                <a:lnTo>
                  <a:pt x="3835003" y="887611"/>
                </a:lnTo>
                <a:close/>
                <a:moveTo>
                  <a:pt x="2956322" y="14883"/>
                </a:moveTo>
                <a:lnTo>
                  <a:pt x="3404592" y="14883"/>
                </a:lnTo>
                <a:cubicBezTo>
                  <a:pt x="3502224" y="14883"/>
                  <a:pt x="3575348" y="38100"/>
                  <a:pt x="3623965" y="84534"/>
                </a:cubicBezTo>
                <a:cubicBezTo>
                  <a:pt x="3672582" y="130969"/>
                  <a:pt x="3696890" y="197049"/>
                  <a:pt x="3696890" y="282774"/>
                </a:cubicBezTo>
                <a:cubicBezTo>
                  <a:pt x="3696890" y="370880"/>
                  <a:pt x="3670399" y="439738"/>
                  <a:pt x="3617417" y="489347"/>
                </a:cubicBezTo>
                <a:cubicBezTo>
                  <a:pt x="3564433" y="538956"/>
                  <a:pt x="3483570" y="563761"/>
                  <a:pt x="3374827" y="563761"/>
                </a:cubicBezTo>
                <a:lnTo>
                  <a:pt x="3227189" y="563761"/>
                </a:lnTo>
                <a:lnTo>
                  <a:pt x="3227189" y="887611"/>
                </a:lnTo>
                <a:lnTo>
                  <a:pt x="2956322" y="887611"/>
                </a:lnTo>
                <a:close/>
                <a:moveTo>
                  <a:pt x="2245519" y="14883"/>
                </a:moveTo>
                <a:lnTo>
                  <a:pt x="2539677" y="14883"/>
                </a:lnTo>
                <a:lnTo>
                  <a:pt x="2867620" y="887611"/>
                </a:lnTo>
                <a:lnTo>
                  <a:pt x="2585219" y="887611"/>
                </a:lnTo>
                <a:lnTo>
                  <a:pt x="2541557" y="743545"/>
                </a:lnTo>
                <a:lnTo>
                  <a:pt x="2235389" y="743545"/>
                </a:lnTo>
                <a:lnTo>
                  <a:pt x="2192852" y="887611"/>
                </a:lnTo>
                <a:lnTo>
                  <a:pt x="1917501" y="887611"/>
                </a:lnTo>
                <a:close/>
                <a:moveTo>
                  <a:pt x="1056084" y="14883"/>
                </a:moveTo>
                <a:lnTo>
                  <a:pt x="1505545" y="14883"/>
                </a:lnTo>
                <a:cubicBezTo>
                  <a:pt x="1588889" y="14883"/>
                  <a:pt x="1652587" y="22027"/>
                  <a:pt x="1696641" y="36314"/>
                </a:cubicBezTo>
                <a:cubicBezTo>
                  <a:pt x="1740694" y="50602"/>
                  <a:pt x="1776214" y="77093"/>
                  <a:pt x="1803201" y="115788"/>
                </a:cubicBezTo>
                <a:cubicBezTo>
                  <a:pt x="1830189" y="154484"/>
                  <a:pt x="1843683" y="201613"/>
                  <a:pt x="1843683" y="257175"/>
                </a:cubicBezTo>
                <a:cubicBezTo>
                  <a:pt x="1843683" y="305594"/>
                  <a:pt x="1833358" y="347365"/>
                  <a:pt x="1812708" y="382488"/>
                </a:cubicBezTo>
                <a:cubicBezTo>
                  <a:pt x="1792058" y="417612"/>
                  <a:pt x="1763666" y="446088"/>
                  <a:pt x="1727532" y="467916"/>
                </a:cubicBezTo>
                <a:cubicBezTo>
                  <a:pt x="1704501" y="481806"/>
                  <a:pt x="1672930" y="493316"/>
                  <a:pt x="1632821" y="502444"/>
                </a:cubicBezTo>
                <a:cubicBezTo>
                  <a:pt x="1664943" y="513172"/>
                  <a:pt x="1688343" y="523897"/>
                  <a:pt x="1703022" y="534619"/>
                </a:cubicBezTo>
                <a:cubicBezTo>
                  <a:pt x="1712937" y="541769"/>
                  <a:pt x="1727315" y="557062"/>
                  <a:pt x="1746154" y="580500"/>
                </a:cubicBezTo>
                <a:cubicBezTo>
                  <a:pt x="1764993" y="603937"/>
                  <a:pt x="1777584" y="622012"/>
                  <a:pt x="1783928" y="634724"/>
                </a:cubicBezTo>
                <a:lnTo>
                  <a:pt x="1914525" y="887611"/>
                </a:lnTo>
                <a:lnTo>
                  <a:pt x="1609809" y="887611"/>
                </a:lnTo>
                <a:lnTo>
                  <a:pt x="1465659" y="620911"/>
                </a:lnTo>
                <a:cubicBezTo>
                  <a:pt x="1447403" y="586383"/>
                  <a:pt x="1431131" y="563959"/>
                  <a:pt x="1416844" y="553641"/>
                </a:cubicBezTo>
                <a:cubicBezTo>
                  <a:pt x="1397397" y="540147"/>
                  <a:pt x="1375370" y="533400"/>
                  <a:pt x="1350764" y="533400"/>
                </a:cubicBezTo>
                <a:lnTo>
                  <a:pt x="1326951" y="533400"/>
                </a:lnTo>
                <a:lnTo>
                  <a:pt x="1326951" y="887611"/>
                </a:lnTo>
                <a:lnTo>
                  <a:pt x="1056084" y="887611"/>
                </a:lnTo>
                <a:close/>
                <a:moveTo>
                  <a:pt x="12248554" y="0"/>
                </a:moveTo>
                <a:cubicBezTo>
                  <a:pt x="12360076" y="0"/>
                  <a:pt x="12445106" y="20737"/>
                  <a:pt x="12503645" y="62210"/>
                </a:cubicBezTo>
                <a:cubicBezTo>
                  <a:pt x="12562185" y="103684"/>
                  <a:pt x="12597010" y="169664"/>
                  <a:pt x="12608123" y="260152"/>
                </a:cubicBezTo>
                <a:lnTo>
                  <a:pt x="12353924" y="275034"/>
                </a:lnTo>
                <a:cubicBezTo>
                  <a:pt x="12347177" y="235744"/>
                  <a:pt x="12332989" y="207169"/>
                  <a:pt x="12311359" y="189309"/>
                </a:cubicBezTo>
                <a:cubicBezTo>
                  <a:pt x="12289729" y="171450"/>
                  <a:pt x="12259865" y="162520"/>
                  <a:pt x="12221765" y="162520"/>
                </a:cubicBezTo>
                <a:cubicBezTo>
                  <a:pt x="12190412" y="162520"/>
                  <a:pt x="12166797" y="169168"/>
                  <a:pt x="12150923" y="182463"/>
                </a:cubicBezTo>
                <a:cubicBezTo>
                  <a:pt x="12135048" y="195759"/>
                  <a:pt x="12127110" y="211931"/>
                  <a:pt x="12127110" y="230981"/>
                </a:cubicBezTo>
                <a:cubicBezTo>
                  <a:pt x="12127110" y="244872"/>
                  <a:pt x="12133659" y="257374"/>
                  <a:pt x="12146755" y="268486"/>
                </a:cubicBezTo>
                <a:cubicBezTo>
                  <a:pt x="12159456" y="279995"/>
                  <a:pt x="12189618" y="290711"/>
                  <a:pt x="12237243" y="300633"/>
                </a:cubicBezTo>
                <a:cubicBezTo>
                  <a:pt x="12355115" y="326033"/>
                  <a:pt x="12439550" y="351731"/>
                  <a:pt x="12490548" y="377726"/>
                </a:cubicBezTo>
                <a:cubicBezTo>
                  <a:pt x="12541546" y="403721"/>
                  <a:pt x="12578655" y="435967"/>
                  <a:pt x="12601872" y="474464"/>
                </a:cubicBezTo>
                <a:cubicBezTo>
                  <a:pt x="12625089" y="512961"/>
                  <a:pt x="12636698" y="556022"/>
                  <a:pt x="12636698" y="603647"/>
                </a:cubicBezTo>
                <a:cubicBezTo>
                  <a:pt x="12636698" y="659606"/>
                  <a:pt x="12621219" y="711200"/>
                  <a:pt x="12590263" y="758428"/>
                </a:cubicBezTo>
                <a:cubicBezTo>
                  <a:pt x="12559307" y="805656"/>
                  <a:pt x="12516048" y="841474"/>
                  <a:pt x="12460485" y="865882"/>
                </a:cubicBezTo>
                <a:cubicBezTo>
                  <a:pt x="12404922" y="890290"/>
                  <a:pt x="12334874" y="902494"/>
                  <a:pt x="12250340" y="902494"/>
                </a:cubicBezTo>
                <a:cubicBezTo>
                  <a:pt x="12101908" y="902494"/>
                  <a:pt x="11999118" y="873919"/>
                  <a:pt x="11941968" y="816769"/>
                </a:cubicBezTo>
                <a:cubicBezTo>
                  <a:pt x="11884818" y="759619"/>
                  <a:pt x="11852472" y="686991"/>
                  <a:pt x="11844932" y="598885"/>
                </a:cubicBezTo>
                <a:lnTo>
                  <a:pt x="12101512" y="582811"/>
                </a:lnTo>
                <a:cubicBezTo>
                  <a:pt x="12107068" y="624483"/>
                  <a:pt x="12118379" y="656233"/>
                  <a:pt x="12135444" y="678061"/>
                </a:cubicBezTo>
                <a:cubicBezTo>
                  <a:pt x="12163225" y="713383"/>
                  <a:pt x="12202914" y="731044"/>
                  <a:pt x="12254507" y="731044"/>
                </a:cubicBezTo>
                <a:cubicBezTo>
                  <a:pt x="12293003" y="731044"/>
                  <a:pt x="12322670" y="722015"/>
                  <a:pt x="12343506" y="703957"/>
                </a:cubicBezTo>
                <a:cubicBezTo>
                  <a:pt x="12364342" y="685899"/>
                  <a:pt x="12374760" y="664964"/>
                  <a:pt x="12374760" y="641152"/>
                </a:cubicBezTo>
                <a:cubicBezTo>
                  <a:pt x="12374760" y="618530"/>
                  <a:pt x="12364839" y="598289"/>
                  <a:pt x="12344994" y="580430"/>
                </a:cubicBezTo>
                <a:cubicBezTo>
                  <a:pt x="12325150" y="562570"/>
                  <a:pt x="12279114" y="545703"/>
                  <a:pt x="12206882" y="529828"/>
                </a:cubicBezTo>
                <a:cubicBezTo>
                  <a:pt x="12088614" y="503238"/>
                  <a:pt x="12004277" y="467916"/>
                  <a:pt x="11953874" y="423863"/>
                </a:cubicBezTo>
                <a:cubicBezTo>
                  <a:pt x="11903074" y="379810"/>
                  <a:pt x="11877674" y="323652"/>
                  <a:pt x="11877674" y="255389"/>
                </a:cubicBezTo>
                <a:cubicBezTo>
                  <a:pt x="11877674" y="210542"/>
                  <a:pt x="11890672" y="168176"/>
                  <a:pt x="11916667" y="128290"/>
                </a:cubicBezTo>
                <a:cubicBezTo>
                  <a:pt x="11942662" y="88404"/>
                  <a:pt x="11981755" y="57051"/>
                  <a:pt x="12033944" y="34231"/>
                </a:cubicBezTo>
                <a:cubicBezTo>
                  <a:pt x="12086132" y="11410"/>
                  <a:pt x="12157670" y="0"/>
                  <a:pt x="12248554" y="0"/>
                </a:cubicBezTo>
                <a:close/>
                <a:moveTo>
                  <a:pt x="10290571" y="0"/>
                </a:moveTo>
                <a:cubicBezTo>
                  <a:pt x="10387012" y="0"/>
                  <a:pt x="10459143" y="8731"/>
                  <a:pt x="10506967" y="26194"/>
                </a:cubicBezTo>
                <a:cubicBezTo>
                  <a:pt x="10554791" y="43656"/>
                  <a:pt x="10594478" y="70743"/>
                  <a:pt x="10626030" y="107454"/>
                </a:cubicBezTo>
                <a:cubicBezTo>
                  <a:pt x="10657581" y="144165"/>
                  <a:pt x="10681295" y="190699"/>
                  <a:pt x="10697169" y="247055"/>
                </a:cubicBezTo>
                <a:lnTo>
                  <a:pt x="10437018" y="293489"/>
                </a:lnTo>
                <a:cubicBezTo>
                  <a:pt x="10426302" y="260549"/>
                  <a:pt x="10408145" y="235347"/>
                  <a:pt x="10382547" y="217884"/>
                </a:cubicBezTo>
                <a:cubicBezTo>
                  <a:pt x="10356948" y="200422"/>
                  <a:pt x="10324305" y="191691"/>
                  <a:pt x="10284618" y="191691"/>
                </a:cubicBezTo>
                <a:cubicBezTo>
                  <a:pt x="10225483" y="191691"/>
                  <a:pt x="10178355" y="212229"/>
                  <a:pt x="10143231" y="253306"/>
                </a:cubicBezTo>
                <a:cubicBezTo>
                  <a:pt x="10108108" y="294382"/>
                  <a:pt x="10090546" y="359370"/>
                  <a:pt x="10090546" y="448270"/>
                </a:cubicBezTo>
                <a:cubicBezTo>
                  <a:pt x="10090546" y="542727"/>
                  <a:pt x="10108307" y="610195"/>
                  <a:pt x="10143826" y="650677"/>
                </a:cubicBezTo>
                <a:cubicBezTo>
                  <a:pt x="10179346" y="691158"/>
                  <a:pt x="10228857" y="711399"/>
                  <a:pt x="10292357" y="711399"/>
                </a:cubicBezTo>
                <a:cubicBezTo>
                  <a:pt x="10322519" y="711399"/>
                  <a:pt x="10351293" y="707033"/>
                  <a:pt x="10378677" y="698302"/>
                </a:cubicBezTo>
                <a:cubicBezTo>
                  <a:pt x="10406062" y="689570"/>
                  <a:pt x="10437414" y="674688"/>
                  <a:pt x="10472737" y="653653"/>
                </a:cubicBezTo>
                <a:lnTo>
                  <a:pt x="10472737" y="571500"/>
                </a:lnTo>
                <a:lnTo>
                  <a:pt x="10292357" y="571500"/>
                </a:lnTo>
                <a:lnTo>
                  <a:pt x="10292357" y="389930"/>
                </a:lnTo>
                <a:lnTo>
                  <a:pt x="10709076" y="389930"/>
                </a:lnTo>
                <a:lnTo>
                  <a:pt x="10709076" y="762000"/>
                </a:lnTo>
                <a:cubicBezTo>
                  <a:pt x="10629304" y="816372"/>
                  <a:pt x="10558759" y="853381"/>
                  <a:pt x="10497442" y="873026"/>
                </a:cubicBezTo>
                <a:cubicBezTo>
                  <a:pt x="10436125" y="892671"/>
                  <a:pt x="10363398" y="902494"/>
                  <a:pt x="10279260" y="902494"/>
                </a:cubicBezTo>
                <a:cubicBezTo>
                  <a:pt x="10175676" y="902494"/>
                  <a:pt x="10091240" y="884833"/>
                  <a:pt x="10025955" y="849511"/>
                </a:cubicBezTo>
                <a:cubicBezTo>
                  <a:pt x="9960669" y="814189"/>
                  <a:pt x="9910067" y="761603"/>
                  <a:pt x="9874150" y="691753"/>
                </a:cubicBezTo>
                <a:cubicBezTo>
                  <a:pt x="9838232" y="621903"/>
                  <a:pt x="9820274" y="541735"/>
                  <a:pt x="9820274" y="451247"/>
                </a:cubicBezTo>
                <a:cubicBezTo>
                  <a:pt x="9820274" y="355997"/>
                  <a:pt x="9839919" y="273149"/>
                  <a:pt x="9879210" y="202704"/>
                </a:cubicBezTo>
                <a:cubicBezTo>
                  <a:pt x="9918501" y="132259"/>
                  <a:pt x="9976047" y="78780"/>
                  <a:pt x="10051851" y="42267"/>
                </a:cubicBezTo>
                <a:cubicBezTo>
                  <a:pt x="10110985" y="14089"/>
                  <a:pt x="10190559" y="0"/>
                  <a:pt x="10290571" y="0"/>
                </a:cubicBezTo>
                <a:close/>
                <a:moveTo>
                  <a:pt x="8857654" y="0"/>
                </a:moveTo>
                <a:cubicBezTo>
                  <a:pt x="8969176" y="0"/>
                  <a:pt x="9054206" y="20737"/>
                  <a:pt x="9112745" y="62210"/>
                </a:cubicBezTo>
                <a:cubicBezTo>
                  <a:pt x="9171284" y="103684"/>
                  <a:pt x="9206110" y="169664"/>
                  <a:pt x="9217223" y="260152"/>
                </a:cubicBezTo>
                <a:lnTo>
                  <a:pt x="8963024" y="275034"/>
                </a:lnTo>
                <a:cubicBezTo>
                  <a:pt x="8956277" y="235744"/>
                  <a:pt x="8942089" y="207169"/>
                  <a:pt x="8920459" y="189309"/>
                </a:cubicBezTo>
                <a:cubicBezTo>
                  <a:pt x="8898830" y="171450"/>
                  <a:pt x="8868965" y="162520"/>
                  <a:pt x="8830865" y="162520"/>
                </a:cubicBezTo>
                <a:cubicBezTo>
                  <a:pt x="8799511" y="162520"/>
                  <a:pt x="8775898" y="169168"/>
                  <a:pt x="8760023" y="182463"/>
                </a:cubicBezTo>
                <a:cubicBezTo>
                  <a:pt x="8744147" y="195759"/>
                  <a:pt x="8736210" y="211931"/>
                  <a:pt x="8736210" y="230981"/>
                </a:cubicBezTo>
                <a:cubicBezTo>
                  <a:pt x="8736210" y="244872"/>
                  <a:pt x="8742759" y="257374"/>
                  <a:pt x="8755855" y="268486"/>
                </a:cubicBezTo>
                <a:cubicBezTo>
                  <a:pt x="8768555" y="279995"/>
                  <a:pt x="8798718" y="290711"/>
                  <a:pt x="8846343" y="300633"/>
                </a:cubicBezTo>
                <a:cubicBezTo>
                  <a:pt x="8964215" y="326033"/>
                  <a:pt x="9048650" y="351731"/>
                  <a:pt x="9099648" y="377726"/>
                </a:cubicBezTo>
                <a:cubicBezTo>
                  <a:pt x="9150647" y="403721"/>
                  <a:pt x="9187755" y="435967"/>
                  <a:pt x="9210972" y="474464"/>
                </a:cubicBezTo>
                <a:cubicBezTo>
                  <a:pt x="9234189" y="512961"/>
                  <a:pt x="9245798" y="556022"/>
                  <a:pt x="9245798" y="603647"/>
                </a:cubicBezTo>
                <a:cubicBezTo>
                  <a:pt x="9245798" y="659606"/>
                  <a:pt x="9230319" y="711200"/>
                  <a:pt x="9199363" y="758428"/>
                </a:cubicBezTo>
                <a:cubicBezTo>
                  <a:pt x="9168407" y="805656"/>
                  <a:pt x="9125147" y="841474"/>
                  <a:pt x="9069585" y="865882"/>
                </a:cubicBezTo>
                <a:cubicBezTo>
                  <a:pt x="9014023" y="890290"/>
                  <a:pt x="8943974" y="902494"/>
                  <a:pt x="8859440" y="902494"/>
                </a:cubicBezTo>
                <a:cubicBezTo>
                  <a:pt x="8711009" y="902494"/>
                  <a:pt x="8608218" y="873919"/>
                  <a:pt x="8551068" y="816769"/>
                </a:cubicBezTo>
                <a:cubicBezTo>
                  <a:pt x="8493918" y="759619"/>
                  <a:pt x="8461573" y="686991"/>
                  <a:pt x="8454032" y="598885"/>
                </a:cubicBezTo>
                <a:lnTo>
                  <a:pt x="8710612" y="582811"/>
                </a:lnTo>
                <a:cubicBezTo>
                  <a:pt x="8716168" y="624483"/>
                  <a:pt x="8727479" y="656233"/>
                  <a:pt x="8744544" y="678061"/>
                </a:cubicBezTo>
                <a:cubicBezTo>
                  <a:pt x="8772326" y="713383"/>
                  <a:pt x="8812013" y="731044"/>
                  <a:pt x="8863607" y="731044"/>
                </a:cubicBezTo>
                <a:cubicBezTo>
                  <a:pt x="8902104" y="731044"/>
                  <a:pt x="8931770" y="722015"/>
                  <a:pt x="8952606" y="703957"/>
                </a:cubicBezTo>
                <a:cubicBezTo>
                  <a:pt x="8973442" y="685899"/>
                  <a:pt x="8983860" y="664964"/>
                  <a:pt x="8983860" y="641152"/>
                </a:cubicBezTo>
                <a:cubicBezTo>
                  <a:pt x="8983860" y="618530"/>
                  <a:pt x="8973938" y="598289"/>
                  <a:pt x="8954094" y="580430"/>
                </a:cubicBezTo>
                <a:cubicBezTo>
                  <a:pt x="8934251" y="562570"/>
                  <a:pt x="8888213" y="545703"/>
                  <a:pt x="8815982" y="529828"/>
                </a:cubicBezTo>
                <a:cubicBezTo>
                  <a:pt x="8697713" y="503238"/>
                  <a:pt x="8613377" y="467916"/>
                  <a:pt x="8562974" y="423863"/>
                </a:cubicBezTo>
                <a:cubicBezTo>
                  <a:pt x="8512174" y="379810"/>
                  <a:pt x="8486774" y="323652"/>
                  <a:pt x="8486774" y="255389"/>
                </a:cubicBezTo>
                <a:cubicBezTo>
                  <a:pt x="8486774" y="210542"/>
                  <a:pt x="8499772" y="168176"/>
                  <a:pt x="8525767" y="128290"/>
                </a:cubicBezTo>
                <a:cubicBezTo>
                  <a:pt x="8551763" y="88404"/>
                  <a:pt x="8590854" y="57051"/>
                  <a:pt x="8643044" y="34231"/>
                </a:cubicBezTo>
                <a:cubicBezTo>
                  <a:pt x="8695233" y="11410"/>
                  <a:pt x="8766769" y="0"/>
                  <a:pt x="8857654" y="0"/>
                </a:cubicBezTo>
                <a:close/>
                <a:moveTo>
                  <a:pt x="5738812" y="0"/>
                </a:moveTo>
                <a:cubicBezTo>
                  <a:pt x="5848746" y="0"/>
                  <a:pt x="5935166" y="22225"/>
                  <a:pt x="5998070" y="66675"/>
                </a:cubicBezTo>
                <a:cubicBezTo>
                  <a:pt x="6060976" y="111125"/>
                  <a:pt x="6107707" y="179388"/>
                  <a:pt x="6138267" y="271463"/>
                </a:cubicBezTo>
                <a:lnTo>
                  <a:pt x="5900142" y="324445"/>
                </a:lnTo>
                <a:cubicBezTo>
                  <a:pt x="5891807" y="297855"/>
                  <a:pt x="5883076" y="278408"/>
                  <a:pt x="5873948" y="266105"/>
                </a:cubicBezTo>
                <a:cubicBezTo>
                  <a:pt x="5858867" y="245467"/>
                  <a:pt x="5840412" y="229592"/>
                  <a:pt x="5818584" y="218480"/>
                </a:cubicBezTo>
                <a:cubicBezTo>
                  <a:pt x="5796756" y="207367"/>
                  <a:pt x="5772348" y="201811"/>
                  <a:pt x="5745360" y="201811"/>
                </a:cubicBezTo>
                <a:cubicBezTo>
                  <a:pt x="5684242" y="201811"/>
                  <a:pt x="5637411" y="226389"/>
                  <a:pt x="5604867" y="275546"/>
                </a:cubicBezTo>
                <a:cubicBezTo>
                  <a:pt x="5580261" y="312015"/>
                  <a:pt x="5567957" y="369292"/>
                  <a:pt x="5567957" y="447377"/>
                </a:cubicBezTo>
                <a:cubicBezTo>
                  <a:pt x="5567957" y="544103"/>
                  <a:pt x="5582642" y="610403"/>
                  <a:pt x="5612010" y="646277"/>
                </a:cubicBezTo>
                <a:cubicBezTo>
                  <a:pt x="5641379" y="682151"/>
                  <a:pt x="5682654" y="700088"/>
                  <a:pt x="5735835" y="700088"/>
                </a:cubicBezTo>
                <a:cubicBezTo>
                  <a:pt x="5787429" y="700088"/>
                  <a:pt x="5826422" y="685602"/>
                  <a:pt x="5852814" y="656630"/>
                </a:cubicBezTo>
                <a:cubicBezTo>
                  <a:pt x="5879206" y="627658"/>
                  <a:pt x="5898356" y="585589"/>
                  <a:pt x="5910262" y="530424"/>
                </a:cubicBezTo>
                <a:lnTo>
                  <a:pt x="6146601" y="601861"/>
                </a:lnTo>
                <a:cubicBezTo>
                  <a:pt x="6130726" y="668139"/>
                  <a:pt x="6105723" y="723503"/>
                  <a:pt x="6071592" y="767953"/>
                </a:cubicBezTo>
                <a:cubicBezTo>
                  <a:pt x="6037461" y="812403"/>
                  <a:pt x="5995094" y="845939"/>
                  <a:pt x="5944492" y="868561"/>
                </a:cubicBezTo>
                <a:cubicBezTo>
                  <a:pt x="5893891" y="891183"/>
                  <a:pt x="5829498" y="902494"/>
                  <a:pt x="5751314" y="902494"/>
                </a:cubicBezTo>
                <a:cubicBezTo>
                  <a:pt x="5656461" y="902494"/>
                  <a:pt x="5578970" y="888712"/>
                  <a:pt x="5518844" y="861148"/>
                </a:cubicBezTo>
                <a:cubicBezTo>
                  <a:pt x="5458717" y="833583"/>
                  <a:pt x="5406826" y="785098"/>
                  <a:pt x="5363170" y="715691"/>
                </a:cubicBezTo>
                <a:cubicBezTo>
                  <a:pt x="5319514" y="646285"/>
                  <a:pt x="5297686" y="557442"/>
                  <a:pt x="5297686" y="449163"/>
                </a:cubicBezTo>
                <a:cubicBezTo>
                  <a:pt x="5297686" y="304800"/>
                  <a:pt x="5336083" y="193849"/>
                  <a:pt x="5412878" y="116309"/>
                </a:cubicBezTo>
                <a:cubicBezTo>
                  <a:pt x="5489674" y="38770"/>
                  <a:pt x="5598318" y="0"/>
                  <a:pt x="5738812" y="0"/>
                </a:cubicBezTo>
                <a:close/>
                <a:moveTo>
                  <a:pt x="470297" y="0"/>
                </a:moveTo>
                <a:cubicBezTo>
                  <a:pt x="566737" y="0"/>
                  <a:pt x="638869" y="8731"/>
                  <a:pt x="686693" y="26194"/>
                </a:cubicBezTo>
                <a:cubicBezTo>
                  <a:pt x="734516" y="43656"/>
                  <a:pt x="774204" y="70743"/>
                  <a:pt x="805755" y="107454"/>
                </a:cubicBezTo>
                <a:cubicBezTo>
                  <a:pt x="837307" y="144165"/>
                  <a:pt x="861020" y="190699"/>
                  <a:pt x="876895" y="247055"/>
                </a:cubicBezTo>
                <a:lnTo>
                  <a:pt x="616743" y="293489"/>
                </a:lnTo>
                <a:cubicBezTo>
                  <a:pt x="606028" y="260549"/>
                  <a:pt x="587871" y="235347"/>
                  <a:pt x="562272" y="217884"/>
                </a:cubicBezTo>
                <a:cubicBezTo>
                  <a:pt x="536674" y="200422"/>
                  <a:pt x="504031" y="191691"/>
                  <a:pt x="464344" y="191691"/>
                </a:cubicBezTo>
                <a:cubicBezTo>
                  <a:pt x="405209" y="191691"/>
                  <a:pt x="358080" y="212229"/>
                  <a:pt x="322957" y="253306"/>
                </a:cubicBezTo>
                <a:cubicBezTo>
                  <a:pt x="287833" y="294382"/>
                  <a:pt x="270272" y="359370"/>
                  <a:pt x="270272" y="448270"/>
                </a:cubicBezTo>
                <a:cubicBezTo>
                  <a:pt x="270272" y="542727"/>
                  <a:pt x="288032" y="610195"/>
                  <a:pt x="323552" y="650677"/>
                </a:cubicBezTo>
                <a:cubicBezTo>
                  <a:pt x="359073" y="691158"/>
                  <a:pt x="408583" y="711399"/>
                  <a:pt x="472083" y="711399"/>
                </a:cubicBezTo>
                <a:cubicBezTo>
                  <a:pt x="502245" y="711399"/>
                  <a:pt x="531018" y="707033"/>
                  <a:pt x="558403" y="698302"/>
                </a:cubicBezTo>
                <a:cubicBezTo>
                  <a:pt x="585787" y="689570"/>
                  <a:pt x="617141" y="674688"/>
                  <a:pt x="652462" y="653653"/>
                </a:cubicBezTo>
                <a:lnTo>
                  <a:pt x="652462" y="571500"/>
                </a:lnTo>
                <a:lnTo>
                  <a:pt x="472083" y="571500"/>
                </a:lnTo>
                <a:lnTo>
                  <a:pt x="472083" y="389930"/>
                </a:lnTo>
                <a:lnTo>
                  <a:pt x="888801" y="389930"/>
                </a:lnTo>
                <a:lnTo>
                  <a:pt x="888801" y="762000"/>
                </a:lnTo>
                <a:cubicBezTo>
                  <a:pt x="809029" y="816372"/>
                  <a:pt x="738485" y="853381"/>
                  <a:pt x="677168" y="873026"/>
                </a:cubicBezTo>
                <a:cubicBezTo>
                  <a:pt x="615851" y="892671"/>
                  <a:pt x="543123" y="902494"/>
                  <a:pt x="458986" y="902494"/>
                </a:cubicBezTo>
                <a:cubicBezTo>
                  <a:pt x="355401" y="902494"/>
                  <a:pt x="270966" y="884833"/>
                  <a:pt x="205680" y="849511"/>
                </a:cubicBezTo>
                <a:cubicBezTo>
                  <a:pt x="140394" y="814189"/>
                  <a:pt x="89793" y="761603"/>
                  <a:pt x="53875" y="691753"/>
                </a:cubicBezTo>
                <a:cubicBezTo>
                  <a:pt x="17958" y="621903"/>
                  <a:pt x="0" y="541735"/>
                  <a:pt x="0" y="451247"/>
                </a:cubicBezTo>
                <a:cubicBezTo>
                  <a:pt x="0" y="355997"/>
                  <a:pt x="19645" y="273149"/>
                  <a:pt x="58936" y="202704"/>
                </a:cubicBezTo>
                <a:cubicBezTo>
                  <a:pt x="98226" y="132259"/>
                  <a:pt x="155773" y="78780"/>
                  <a:pt x="231576" y="42267"/>
                </a:cubicBezTo>
                <a:cubicBezTo>
                  <a:pt x="290711" y="14089"/>
                  <a:pt x="370284" y="0"/>
                  <a:pt x="47029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reflection blurRad="279400" stA="50000" endA="300" endPos="90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AC1B983-0EF8-6B61-58AD-722B6565C395}"/>
              </a:ext>
            </a:extLst>
          </p:cNvPr>
          <p:cNvSpPr/>
          <p:nvPr/>
        </p:nvSpPr>
        <p:spPr>
          <a:xfrm>
            <a:off x="457201" y="2441448"/>
            <a:ext cx="11277598" cy="1968500"/>
          </a:xfrm>
          <a:custGeom>
            <a:avLst/>
            <a:gdLst/>
            <a:ahLst/>
            <a:cxnLst/>
            <a:rect l="l" t="t" r="r" b="b"/>
            <a:pathLst>
              <a:path w="12636698" h="902494">
                <a:moveTo>
                  <a:pt x="2389287" y="241102"/>
                </a:moveTo>
                <a:lnTo>
                  <a:pt x="2293962" y="554831"/>
                </a:lnTo>
                <a:lnTo>
                  <a:pt x="2485616" y="554831"/>
                </a:lnTo>
                <a:close/>
                <a:moveTo>
                  <a:pt x="6945510" y="212527"/>
                </a:moveTo>
                <a:lnTo>
                  <a:pt x="6945510" y="689372"/>
                </a:lnTo>
                <a:lnTo>
                  <a:pt x="7011590" y="689372"/>
                </a:lnTo>
                <a:cubicBezTo>
                  <a:pt x="7067946" y="689372"/>
                  <a:pt x="7108031" y="683121"/>
                  <a:pt x="7131843" y="670620"/>
                </a:cubicBezTo>
                <a:cubicBezTo>
                  <a:pt x="7155656" y="658118"/>
                  <a:pt x="7174309" y="636290"/>
                  <a:pt x="7187803" y="605135"/>
                </a:cubicBezTo>
                <a:cubicBezTo>
                  <a:pt x="7201296" y="573981"/>
                  <a:pt x="7208043" y="523478"/>
                  <a:pt x="7208043" y="453628"/>
                </a:cubicBezTo>
                <a:cubicBezTo>
                  <a:pt x="7208043" y="361156"/>
                  <a:pt x="7192962" y="297855"/>
                  <a:pt x="7162799" y="263724"/>
                </a:cubicBezTo>
                <a:cubicBezTo>
                  <a:pt x="7132637" y="229592"/>
                  <a:pt x="7082630" y="212527"/>
                  <a:pt x="7012781" y="212527"/>
                </a:cubicBezTo>
                <a:close/>
                <a:moveTo>
                  <a:pt x="3227189" y="192286"/>
                </a:moveTo>
                <a:lnTo>
                  <a:pt x="3227189" y="386953"/>
                </a:lnTo>
                <a:lnTo>
                  <a:pt x="3293269" y="386953"/>
                </a:lnTo>
                <a:cubicBezTo>
                  <a:pt x="3345260" y="386953"/>
                  <a:pt x="3381772" y="377924"/>
                  <a:pt x="3402806" y="359867"/>
                </a:cubicBezTo>
                <a:cubicBezTo>
                  <a:pt x="3423841" y="341809"/>
                  <a:pt x="3434358" y="318691"/>
                  <a:pt x="3434358" y="290513"/>
                </a:cubicBezTo>
                <a:cubicBezTo>
                  <a:pt x="3434358" y="263128"/>
                  <a:pt x="3425230" y="239911"/>
                  <a:pt x="3406973" y="220861"/>
                </a:cubicBezTo>
                <a:cubicBezTo>
                  <a:pt x="3388717" y="201811"/>
                  <a:pt x="3354388" y="192286"/>
                  <a:pt x="3303984" y="192286"/>
                </a:cubicBezTo>
                <a:close/>
                <a:moveTo>
                  <a:pt x="1326951" y="191095"/>
                </a:moveTo>
                <a:lnTo>
                  <a:pt x="1326951" y="368499"/>
                </a:lnTo>
                <a:lnTo>
                  <a:pt x="1440656" y="368499"/>
                </a:lnTo>
                <a:cubicBezTo>
                  <a:pt x="1452959" y="368499"/>
                  <a:pt x="1476772" y="364530"/>
                  <a:pt x="1512094" y="356592"/>
                </a:cubicBezTo>
                <a:cubicBezTo>
                  <a:pt x="1529953" y="353020"/>
                  <a:pt x="1544538" y="343892"/>
                  <a:pt x="1555849" y="329208"/>
                </a:cubicBezTo>
                <a:cubicBezTo>
                  <a:pt x="1567160" y="314524"/>
                  <a:pt x="1572816" y="297656"/>
                  <a:pt x="1572816" y="278606"/>
                </a:cubicBezTo>
                <a:cubicBezTo>
                  <a:pt x="1572816" y="250428"/>
                  <a:pt x="1563886" y="228799"/>
                  <a:pt x="1546026" y="213717"/>
                </a:cubicBezTo>
                <a:cubicBezTo>
                  <a:pt x="1528167" y="198636"/>
                  <a:pt x="1494631" y="191095"/>
                  <a:pt x="1445419" y="191095"/>
                </a:cubicBezTo>
                <a:close/>
                <a:moveTo>
                  <a:pt x="10874573" y="14883"/>
                </a:moveTo>
                <a:lnTo>
                  <a:pt x="11126390" y="14883"/>
                </a:lnTo>
                <a:lnTo>
                  <a:pt x="11455002" y="497719"/>
                </a:lnTo>
                <a:lnTo>
                  <a:pt x="11455002" y="14883"/>
                </a:lnTo>
                <a:lnTo>
                  <a:pt x="11709201" y="14883"/>
                </a:lnTo>
                <a:lnTo>
                  <a:pt x="11709201" y="887611"/>
                </a:lnTo>
                <a:lnTo>
                  <a:pt x="11455002" y="887611"/>
                </a:lnTo>
                <a:lnTo>
                  <a:pt x="11128176" y="408422"/>
                </a:lnTo>
                <a:lnTo>
                  <a:pt x="11128176" y="887611"/>
                </a:lnTo>
                <a:lnTo>
                  <a:pt x="10874573" y="887611"/>
                </a:lnTo>
                <a:close/>
                <a:moveTo>
                  <a:pt x="9388077" y="14883"/>
                </a:moveTo>
                <a:lnTo>
                  <a:pt x="9658349" y="14883"/>
                </a:lnTo>
                <a:lnTo>
                  <a:pt x="9658349" y="887611"/>
                </a:lnTo>
                <a:lnTo>
                  <a:pt x="9388077" y="887611"/>
                </a:lnTo>
                <a:close/>
                <a:moveTo>
                  <a:pt x="7624167" y="14883"/>
                </a:moveTo>
                <a:lnTo>
                  <a:pt x="8346876" y="14883"/>
                </a:lnTo>
                <a:lnTo>
                  <a:pt x="8346876" y="201216"/>
                </a:lnTo>
                <a:lnTo>
                  <a:pt x="7894438" y="201216"/>
                </a:lnTo>
                <a:lnTo>
                  <a:pt x="7894438" y="339924"/>
                </a:lnTo>
                <a:lnTo>
                  <a:pt x="8314134" y="339924"/>
                </a:lnTo>
                <a:lnTo>
                  <a:pt x="8314134" y="517922"/>
                </a:lnTo>
                <a:lnTo>
                  <a:pt x="7894438" y="517922"/>
                </a:lnTo>
                <a:lnTo>
                  <a:pt x="7894438" y="689967"/>
                </a:lnTo>
                <a:lnTo>
                  <a:pt x="8359973" y="689967"/>
                </a:lnTo>
                <a:lnTo>
                  <a:pt x="8359973" y="887611"/>
                </a:lnTo>
                <a:lnTo>
                  <a:pt x="7624167" y="887611"/>
                </a:lnTo>
                <a:close/>
                <a:moveTo>
                  <a:pt x="6675834" y="14883"/>
                </a:moveTo>
                <a:lnTo>
                  <a:pt x="7076479" y="14883"/>
                </a:lnTo>
                <a:cubicBezTo>
                  <a:pt x="7155457" y="14883"/>
                  <a:pt x="7219255" y="25599"/>
                  <a:pt x="7267872" y="47030"/>
                </a:cubicBezTo>
                <a:cubicBezTo>
                  <a:pt x="7316489" y="68461"/>
                  <a:pt x="7356673" y="99219"/>
                  <a:pt x="7388423" y="139303"/>
                </a:cubicBezTo>
                <a:cubicBezTo>
                  <a:pt x="7420173" y="179388"/>
                  <a:pt x="7443192" y="226020"/>
                  <a:pt x="7457479" y="279202"/>
                </a:cubicBezTo>
                <a:cubicBezTo>
                  <a:pt x="7471767" y="332383"/>
                  <a:pt x="7478910" y="388739"/>
                  <a:pt x="7478910" y="448270"/>
                </a:cubicBezTo>
                <a:cubicBezTo>
                  <a:pt x="7478910" y="541536"/>
                  <a:pt x="7468294" y="613867"/>
                  <a:pt x="7447061" y="665262"/>
                </a:cubicBezTo>
                <a:cubicBezTo>
                  <a:pt x="7425828" y="716657"/>
                  <a:pt x="7396360" y="759718"/>
                  <a:pt x="7358657" y="794445"/>
                </a:cubicBezTo>
                <a:cubicBezTo>
                  <a:pt x="7320954" y="829171"/>
                  <a:pt x="7280473" y="852289"/>
                  <a:pt x="7237213" y="863799"/>
                </a:cubicBezTo>
                <a:cubicBezTo>
                  <a:pt x="7178079" y="879674"/>
                  <a:pt x="7124501" y="887611"/>
                  <a:pt x="7076479" y="887611"/>
                </a:cubicBezTo>
                <a:lnTo>
                  <a:pt x="6675834" y="887611"/>
                </a:lnTo>
                <a:close/>
                <a:moveTo>
                  <a:pt x="4863703" y="14883"/>
                </a:moveTo>
                <a:lnTo>
                  <a:pt x="5133975" y="14883"/>
                </a:lnTo>
                <a:lnTo>
                  <a:pt x="5133975" y="887611"/>
                </a:lnTo>
                <a:lnTo>
                  <a:pt x="4863703" y="887611"/>
                </a:lnTo>
                <a:close/>
                <a:moveTo>
                  <a:pt x="3835003" y="14883"/>
                </a:moveTo>
                <a:lnTo>
                  <a:pt x="4104680" y="14883"/>
                </a:lnTo>
                <a:lnTo>
                  <a:pt x="4104680" y="320278"/>
                </a:lnTo>
                <a:lnTo>
                  <a:pt x="4399359" y="320278"/>
                </a:lnTo>
                <a:lnTo>
                  <a:pt x="4399359" y="14883"/>
                </a:lnTo>
                <a:lnTo>
                  <a:pt x="4670227" y="14883"/>
                </a:lnTo>
                <a:lnTo>
                  <a:pt x="4670227" y="887611"/>
                </a:lnTo>
                <a:lnTo>
                  <a:pt x="4399359" y="887611"/>
                </a:lnTo>
                <a:lnTo>
                  <a:pt x="4399359" y="534591"/>
                </a:lnTo>
                <a:lnTo>
                  <a:pt x="4104680" y="534591"/>
                </a:lnTo>
                <a:lnTo>
                  <a:pt x="4104680" y="887611"/>
                </a:lnTo>
                <a:lnTo>
                  <a:pt x="3835003" y="887611"/>
                </a:lnTo>
                <a:close/>
                <a:moveTo>
                  <a:pt x="2956322" y="14883"/>
                </a:moveTo>
                <a:lnTo>
                  <a:pt x="3404592" y="14883"/>
                </a:lnTo>
                <a:cubicBezTo>
                  <a:pt x="3502224" y="14883"/>
                  <a:pt x="3575348" y="38100"/>
                  <a:pt x="3623965" y="84534"/>
                </a:cubicBezTo>
                <a:cubicBezTo>
                  <a:pt x="3672582" y="130969"/>
                  <a:pt x="3696890" y="197049"/>
                  <a:pt x="3696890" y="282774"/>
                </a:cubicBezTo>
                <a:cubicBezTo>
                  <a:pt x="3696890" y="370880"/>
                  <a:pt x="3670399" y="439738"/>
                  <a:pt x="3617417" y="489347"/>
                </a:cubicBezTo>
                <a:cubicBezTo>
                  <a:pt x="3564433" y="538956"/>
                  <a:pt x="3483570" y="563761"/>
                  <a:pt x="3374827" y="563761"/>
                </a:cubicBezTo>
                <a:lnTo>
                  <a:pt x="3227189" y="563761"/>
                </a:lnTo>
                <a:lnTo>
                  <a:pt x="3227189" y="887611"/>
                </a:lnTo>
                <a:lnTo>
                  <a:pt x="2956322" y="887611"/>
                </a:lnTo>
                <a:close/>
                <a:moveTo>
                  <a:pt x="2245519" y="14883"/>
                </a:moveTo>
                <a:lnTo>
                  <a:pt x="2539677" y="14883"/>
                </a:lnTo>
                <a:lnTo>
                  <a:pt x="2867620" y="887611"/>
                </a:lnTo>
                <a:lnTo>
                  <a:pt x="2585219" y="887611"/>
                </a:lnTo>
                <a:lnTo>
                  <a:pt x="2541557" y="743545"/>
                </a:lnTo>
                <a:lnTo>
                  <a:pt x="2235389" y="743545"/>
                </a:lnTo>
                <a:lnTo>
                  <a:pt x="2192852" y="887611"/>
                </a:lnTo>
                <a:lnTo>
                  <a:pt x="1917501" y="887611"/>
                </a:lnTo>
                <a:close/>
                <a:moveTo>
                  <a:pt x="1056084" y="14883"/>
                </a:moveTo>
                <a:lnTo>
                  <a:pt x="1505545" y="14883"/>
                </a:lnTo>
                <a:cubicBezTo>
                  <a:pt x="1588889" y="14883"/>
                  <a:pt x="1652587" y="22027"/>
                  <a:pt x="1696641" y="36314"/>
                </a:cubicBezTo>
                <a:cubicBezTo>
                  <a:pt x="1740694" y="50602"/>
                  <a:pt x="1776214" y="77093"/>
                  <a:pt x="1803201" y="115788"/>
                </a:cubicBezTo>
                <a:cubicBezTo>
                  <a:pt x="1830189" y="154484"/>
                  <a:pt x="1843683" y="201613"/>
                  <a:pt x="1843683" y="257175"/>
                </a:cubicBezTo>
                <a:cubicBezTo>
                  <a:pt x="1843683" y="305594"/>
                  <a:pt x="1833358" y="347365"/>
                  <a:pt x="1812708" y="382488"/>
                </a:cubicBezTo>
                <a:cubicBezTo>
                  <a:pt x="1792058" y="417612"/>
                  <a:pt x="1763666" y="446088"/>
                  <a:pt x="1727532" y="467916"/>
                </a:cubicBezTo>
                <a:cubicBezTo>
                  <a:pt x="1704501" y="481806"/>
                  <a:pt x="1672930" y="493316"/>
                  <a:pt x="1632821" y="502444"/>
                </a:cubicBezTo>
                <a:cubicBezTo>
                  <a:pt x="1664943" y="513172"/>
                  <a:pt x="1688343" y="523897"/>
                  <a:pt x="1703022" y="534619"/>
                </a:cubicBezTo>
                <a:cubicBezTo>
                  <a:pt x="1712937" y="541769"/>
                  <a:pt x="1727315" y="557062"/>
                  <a:pt x="1746154" y="580500"/>
                </a:cubicBezTo>
                <a:cubicBezTo>
                  <a:pt x="1764993" y="603937"/>
                  <a:pt x="1777584" y="622012"/>
                  <a:pt x="1783928" y="634724"/>
                </a:cubicBezTo>
                <a:lnTo>
                  <a:pt x="1914525" y="887611"/>
                </a:lnTo>
                <a:lnTo>
                  <a:pt x="1609809" y="887611"/>
                </a:lnTo>
                <a:lnTo>
                  <a:pt x="1465659" y="620911"/>
                </a:lnTo>
                <a:cubicBezTo>
                  <a:pt x="1447403" y="586383"/>
                  <a:pt x="1431131" y="563959"/>
                  <a:pt x="1416844" y="553641"/>
                </a:cubicBezTo>
                <a:cubicBezTo>
                  <a:pt x="1397397" y="540147"/>
                  <a:pt x="1375370" y="533400"/>
                  <a:pt x="1350764" y="533400"/>
                </a:cubicBezTo>
                <a:lnTo>
                  <a:pt x="1326951" y="533400"/>
                </a:lnTo>
                <a:lnTo>
                  <a:pt x="1326951" y="887611"/>
                </a:lnTo>
                <a:lnTo>
                  <a:pt x="1056084" y="887611"/>
                </a:lnTo>
                <a:close/>
                <a:moveTo>
                  <a:pt x="12248554" y="0"/>
                </a:moveTo>
                <a:cubicBezTo>
                  <a:pt x="12360076" y="0"/>
                  <a:pt x="12445106" y="20737"/>
                  <a:pt x="12503645" y="62210"/>
                </a:cubicBezTo>
                <a:cubicBezTo>
                  <a:pt x="12562185" y="103684"/>
                  <a:pt x="12597010" y="169664"/>
                  <a:pt x="12608123" y="260152"/>
                </a:cubicBezTo>
                <a:lnTo>
                  <a:pt x="12353924" y="275034"/>
                </a:lnTo>
                <a:cubicBezTo>
                  <a:pt x="12347177" y="235744"/>
                  <a:pt x="12332989" y="207169"/>
                  <a:pt x="12311359" y="189309"/>
                </a:cubicBezTo>
                <a:cubicBezTo>
                  <a:pt x="12289729" y="171450"/>
                  <a:pt x="12259865" y="162520"/>
                  <a:pt x="12221765" y="162520"/>
                </a:cubicBezTo>
                <a:cubicBezTo>
                  <a:pt x="12190412" y="162520"/>
                  <a:pt x="12166797" y="169168"/>
                  <a:pt x="12150923" y="182463"/>
                </a:cubicBezTo>
                <a:cubicBezTo>
                  <a:pt x="12135048" y="195759"/>
                  <a:pt x="12127110" y="211931"/>
                  <a:pt x="12127110" y="230981"/>
                </a:cubicBezTo>
                <a:cubicBezTo>
                  <a:pt x="12127110" y="244872"/>
                  <a:pt x="12133659" y="257374"/>
                  <a:pt x="12146755" y="268486"/>
                </a:cubicBezTo>
                <a:cubicBezTo>
                  <a:pt x="12159456" y="279995"/>
                  <a:pt x="12189618" y="290711"/>
                  <a:pt x="12237243" y="300633"/>
                </a:cubicBezTo>
                <a:cubicBezTo>
                  <a:pt x="12355115" y="326033"/>
                  <a:pt x="12439550" y="351731"/>
                  <a:pt x="12490548" y="377726"/>
                </a:cubicBezTo>
                <a:cubicBezTo>
                  <a:pt x="12541546" y="403721"/>
                  <a:pt x="12578655" y="435967"/>
                  <a:pt x="12601872" y="474464"/>
                </a:cubicBezTo>
                <a:cubicBezTo>
                  <a:pt x="12625089" y="512961"/>
                  <a:pt x="12636698" y="556022"/>
                  <a:pt x="12636698" y="603647"/>
                </a:cubicBezTo>
                <a:cubicBezTo>
                  <a:pt x="12636698" y="659606"/>
                  <a:pt x="12621219" y="711200"/>
                  <a:pt x="12590263" y="758428"/>
                </a:cubicBezTo>
                <a:cubicBezTo>
                  <a:pt x="12559307" y="805656"/>
                  <a:pt x="12516048" y="841474"/>
                  <a:pt x="12460485" y="865882"/>
                </a:cubicBezTo>
                <a:cubicBezTo>
                  <a:pt x="12404922" y="890290"/>
                  <a:pt x="12334874" y="902494"/>
                  <a:pt x="12250340" y="902494"/>
                </a:cubicBezTo>
                <a:cubicBezTo>
                  <a:pt x="12101908" y="902494"/>
                  <a:pt x="11999118" y="873919"/>
                  <a:pt x="11941968" y="816769"/>
                </a:cubicBezTo>
                <a:cubicBezTo>
                  <a:pt x="11884818" y="759619"/>
                  <a:pt x="11852472" y="686991"/>
                  <a:pt x="11844932" y="598885"/>
                </a:cubicBezTo>
                <a:lnTo>
                  <a:pt x="12101512" y="582811"/>
                </a:lnTo>
                <a:cubicBezTo>
                  <a:pt x="12107068" y="624483"/>
                  <a:pt x="12118379" y="656233"/>
                  <a:pt x="12135444" y="678061"/>
                </a:cubicBezTo>
                <a:cubicBezTo>
                  <a:pt x="12163225" y="713383"/>
                  <a:pt x="12202914" y="731044"/>
                  <a:pt x="12254507" y="731044"/>
                </a:cubicBezTo>
                <a:cubicBezTo>
                  <a:pt x="12293003" y="731044"/>
                  <a:pt x="12322670" y="722015"/>
                  <a:pt x="12343506" y="703957"/>
                </a:cubicBezTo>
                <a:cubicBezTo>
                  <a:pt x="12364342" y="685899"/>
                  <a:pt x="12374760" y="664964"/>
                  <a:pt x="12374760" y="641152"/>
                </a:cubicBezTo>
                <a:cubicBezTo>
                  <a:pt x="12374760" y="618530"/>
                  <a:pt x="12364839" y="598289"/>
                  <a:pt x="12344994" y="580430"/>
                </a:cubicBezTo>
                <a:cubicBezTo>
                  <a:pt x="12325150" y="562570"/>
                  <a:pt x="12279114" y="545703"/>
                  <a:pt x="12206882" y="529828"/>
                </a:cubicBezTo>
                <a:cubicBezTo>
                  <a:pt x="12088614" y="503238"/>
                  <a:pt x="12004277" y="467916"/>
                  <a:pt x="11953874" y="423863"/>
                </a:cubicBezTo>
                <a:cubicBezTo>
                  <a:pt x="11903074" y="379810"/>
                  <a:pt x="11877674" y="323652"/>
                  <a:pt x="11877674" y="255389"/>
                </a:cubicBezTo>
                <a:cubicBezTo>
                  <a:pt x="11877674" y="210542"/>
                  <a:pt x="11890672" y="168176"/>
                  <a:pt x="11916667" y="128290"/>
                </a:cubicBezTo>
                <a:cubicBezTo>
                  <a:pt x="11942662" y="88404"/>
                  <a:pt x="11981755" y="57051"/>
                  <a:pt x="12033944" y="34231"/>
                </a:cubicBezTo>
                <a:cubicBezTo>
                  <a:pt x="12086132" y="11410"/>
                  <a:pt x="12157670" y="0"/>
                  <a:pt x="12248554" y="0"/>
                </a:cubicBezTo>
                <a:close/>
                <a:moveTo>
                  <a:pt x="10290571" y="0"/>
                </a:moveTo>
                <a:cubicBezTo>
                  <a:pt x="10387012" y="0"/>
                  <a:pt x="10459143" y="8731"/>
                  <a:pt x="10506967" y="26194"/>
                </a:cubicBezTo>
                <a:cubicBezTo>
                  <a:pt x="10554791" y="43656"/>
                  <a:pt x="10594478" y="70743"/>
                  <a:pt x="10626030" y="107454"/>
                </a:cubicBezTo>
                <a:cubicBezTo>
                  <a:pt x="10657581" y="144165"/>
                  <a:pt x="10681295" y="190699"/>
                  <a:pt x="10697169" y="247055"/>
                </a:cubicBezTo>
                <a:lnTo>
                  <a:pt x="10437018" y="293489"/>
                </a:lnTo>
                <a:cubicBezTo>
                  <a:pt x="10426302" y="260549"/>
                  <a:pt x="10408145" y="235347"/>
                  <a:pt x="10382547" y="217884"/>
                </a:cubicBezTo>
                <a:cubicBezTo>
                  <a:pt x="10356948" y="200422"/>
                  <a:pt x="10324305" y="191691"/>
                  <a:pt x="10284618" y="191691"/>
                </a:cubicBezTo>
                <a:cubicBezTo>
                  <a:pt x="10225483" y="191691"/>
                  <a:pt x="10178355" y="212229"/>
                  <a:pt x="10143231" y="253306"/>
                </a:cubicBezTo>
                <a:cubicBezTo>
                  <a:pt x="10108108" y="294382"/>
                  <a:pt x="10090546" y="359370"/>
                  <a:pt x="10090546" y="448270"/>
                </a:cubicBezTo>
                <a:cubicBezTo>
                  <a:pt x="10090546" y="542727"/>
                  <a:pt x="10108307" y="610195"/>
                  <a:pt x="10143826" y="650677"/>
                </a:cubicBezTo>
                <a:cubicBezTo>
                  <a:pt x="10179346" y="691158"/>
                  <a:pt x="10228857" y="711399"/>
                  <a:pt x="10292357" y="711399"/>
                </a:cubicBezTo>
                <a:cubicBezTo>
                  <a:pt x="10322519" y="711399"/>
                  <a:pt x="10351293" y="707033"/>
                  <a:pt x="10378677" y="698302"/>
                </a:cubicBezTo>
                <a:cubicBezTo>
                  <a:pt x="10406062" y="689570"/>
                  <a:pt x="10437414" y="674688"/>
                  <a:pt x="10472737" y="653653"/>
                </a:cubicBezTo>
                <a:lnTo>
                  <a:pt x="10472737" y="571500"/>
                </a:lnTo>
                <a:lnTo>
                  <a:pt x="10292357" y="571500"/>
                </a:lnTo>
                <a:lnTo>
                  <a:pt x="10292357" y="389930"/>
                </a:lnTo>
                <a:lnTo>
                  <a:pt x="10709076" y="389930"/>
                </a:lnTo>
                <a:lnTo>
                  <a:pt x="10709076" y="762000"/>
                </a:lnTo>
                <a:cubicBezTo>
                  <a:pt x="10629304" y="816372"/>
                  <a:pt x="10558759" y="853381"/>
                  <a:pt x="10497442" y="873026"/>
                </a:cubicBezTo>
                <a:cubicBezTo>
                  <a:pt x="10436125" y="892671"/>
                  <a:pt x="10363398" y="902494"/>
                  <a:pt x="10279260" y="902494"/>
                </a:cubicBezTo>
                <a:cubicBezTo>
                  <a:pt x="10175676" y="902494"/>
                  <a:pt x="10091240" y="884833"/>
                  <a:pt x="10025955" y="849511"/>
                </a:cubicBezTo>
                <a:cubicBezTo>
                  <a:pt x="9960669" y="814189"/>
                  <a:pt x="9910067" y="761603"/>
                  <a:pt x="9874150" y="691753"/>
                </a:cubicBezTo>
                <a:cubicBezTo>
                  <a:pt x="9838232" y="621903"/>
                  <a:pt x="9820274" y="541735"/>
                  <a:pt x="9820274" y="451247"/>
                </a:cubicBezTo>
                <a:cubicBezTo>
                  <a:pt x="9820274" y="355997"/>
                  <a:pt x="9839919" y="273149"/>
                  <a:pt x="9879210" y="202704"/>
                </a:cubicBezTo>
                <a:cubicBezTo>
                  <a:pt x="9918501" y="132259"/>
                  <a:pt x="9976047" y="78780"/>
                  <a:pt x="10051851" y="42267"/>
                </a:cubicBezTo>
                <a:cubicBezTo>
                  <a:pt x="10110985" y="14089"/>
                  <a:pt x="10190559" y="0"/>
                  <a:pt x="10290571" y="0"/>
                </a:cubicBezTo>
                <a:close/>
                <a:moveTo>
                  <a:pt x="8857654" y="0"/>
                </a:moveTo>
                <a:cubicBezTo>
                  <a:pt x="8969176" y="0"/>
                  <a:pt x="9054206" y="20737"/>
                  <a:pt x="9112745" y="62210"/>
                </a:cubicBezTo>
                <a:cubicBezTo>
                  <a:pt x="9171284" y="103684"/>
                  <a:pt x="9206110" y="169664"/>
                  <a:pt x="9217223" y="260152"/>
                </a:cubicBezTo>
                <a:lnTo>
                  <a:pt x="8963024" y="275034"/>
                </a:lnTo>
                <a:cubicBezTo>
                  <a:pt x="8956277" y="235744"/>
                  <a:pt x="8942089" y="207169"/>
                  <a:pt x="8920459" y="189309"/>
                </a:cubicBezTo>
                <a:cubicBezTo>
                  <a:pt x="8898830" y="171450"/>
                  <a:pt x="8868965" y="162520"/>
                  <a:pt x="8830865" y="162520"/>
                </a:cubicBezTo>
                <a:cubicBezTo>
                  <a:pt x="8799511" y="162520"/>
                  <a:pt x="8775898" y="169168"/>
                  <a:pt x="8760023" y="182463"/>
                </a:cubicBezTo>
                <a:cubicBezTo>
                  <a:pt x="8744147" y="195759"/>
                  <a:pt x="8736210" y="211931"/>
                  <a:pt x="8736210" y="230981"/>
                </a:cubicBezTo>
                <a:cubicBezTo>
                  <a:pt x="8736210" y="244872"/>
                  <a:pt x="8742759" y="257374"/>
                  <a:pt x="8755855" y="268486"/>
                </a:cubicBezTo>
                <a:cubicBezTo>
                  <a:pt x="8768555" y="279995"/>
                  <a:pt x="8798718" y="290711"/>
                  <a:pt x="8846343" y="300633"/>
                </a:cubicBezTo>
                <a:cubicBezTo>
                  <a:pt x="8964215" y="326033"/>
                  <a:pt x="9048650" y="351731"/>
                  <a:pt x="9099648" y="377726"/>
                </a:cubicBezTo>
                <a:cubicBezTo>
                  <a:pt x="9150647" y="403721"/>
                  <a:pt x="9187755" y="435967"/>
                  <a:pt x="9210972" y="474464"/>
                </a:cubicBezTo>
                <a:cubicBezTo>
                  <a:pt x="9234189" y="512961"/>
                  <a:pt x="9245798" y="556022"/>
                  <a:pt x="9245798" y="603647"/>
                </a:cubicBezTo>
                <a:cubicBezTo>
                  <a:pt x="9245798" y="659606"/>
                  <a:pt x="9230319" y="711200"/>
                  <a:pt x="9199363" y="758428"/>
                </a:cubicBezTo>
                <a:cubicBezTo>
                  <a:pt x="9168407" y="805656"/>
                  <a:pt x="9125147" y="841474"/>
                  <a:pt x="9069585" y="865882"/>
                </a:cubicBezTo>
                <a:cubicBezTo>
                  <a:pt x="9014023" y="890290"/>
                  <a:pt x="8943974" y="902494"/>
                  <a:pt x="8859440" y="902494"/>
                </a:cubicBezTo>
                <a:cubicBezTo>
                  <a:pt x="8711009" y="902494"/>
                  <a:pt x="8608218" y="873919"/>
                  <a:pt x="8551068" y="816769"/>
                </a:cubicBezTo>
                <a:cubicBezTo>
                  <a:pt x="8493918" y="759619"/>
                  <a:pt x="8461573" y="686991"/>
                  <a:pt x="8454032" y="598885"/>
                </a:cubicBezTo>
                <a:lnTo>
                  <a:pt x="8710612" y="582811"/>
                </a:lnTo>
                <a:cubicBezTo>
                  <a:pt x="8716168" y="624483"/>
                  <a:pt x="8727479" y="656233"/>
                  <a:pt x="8744544" y="678061"/>
                </a:cubicBezTo>
                <a:cubicBezTo>
                  <a:pt x="8772326" y="713383"/>
                  <a:pt x="8812013" y="731044"/>
                  <a:pt x="8863607" y="731044"/>
                </a:cubicBezTo>
                <a:cubicBezTo>
                  <a:pt x="8902104" y="731044"/>
                  <a:pt x="8931770" y="722015"/>
                  <a:pt x="8952606" y="703957"/>
                </a:cubicBezTo>
                <a:cubicBezTo>
                  <a:pt x="8973442" y="685899"/>
                  <a:pt x="8983860" y="664964"/>
                  <a:pt x="8983860" y="641152"/>
                </a:cubicBezTo>
                <a:cubicBezTo>
                  <a:pt x="8983860" y="618530"/>
                  <a:pt x="8973938" y="598289"/>
                  <a:pt x="8954094" y="580430"/>
                </a:cubicBezTo>
                <a:cubicBezTo>
                  <a:pt x="8934251" y="562570"/>
                  <a:pt x="8888213" y="545703"/>
                  <a:pt x="8815982" y="529828"/>
                </a:cubicBezTo>
                <a:cubicBezTo>
                  <a:pt x="8697713" y="503238"/>
                  <a:pt x="8613377" y="467916"/>
                  <a:pt x="8562974" y="423863"/>
                </a:cubicBezTo>
                <a:cubicBezTo>
                  <a:pt x="8512174" y="379810"/>
                  <a:pt x="8486774" y="323652"/>
                  <a:pt x="8486774" y="255389"/>
                </a:cubicBezTo>
                <a:cubicBezTo>
                  <a:pt x="8486774" y="210542"/>
                  <a:pt x="8499772" y="168176"/>
                  <a:pt x="8525767" y="128290"/>
                </a:cubicBezTo>
                <a:cubicBezTo>
                  <a:pt x="8551763" y="88404"/>
                  <a:pt x="8590854" y="57051"/>
                  <a:pt x="8643044" y="34231"/>
                </a:cubicBezTo>
                <a:cubicBezTo>
                  <a:pt x="8695233" y="11410"/>
                  <a:pt x="8766769" y="0"/>
                  <a:pt x="8857654" y="0"/>
                </a:cubicBezTo>
                <a:close/>
                <a:moveTo>
                  <a:pt x="5738812" y="0"/>
                </a:moveTo>
                <a:cubicBezTo>
                  <a:pt x="5848746" y="0"/>
                  <a:pt x="5935166" y="22225"/>
                  <a:pt x="5998070" y="66675"/>
                </a:cubicBezTo>
                <a:cubicBezTo>
                  <a:pt x="6060976" y="111125"/>
                  <a:pt x="6107707" y="179388"/>
                  <a:pt x="6138267" y="271463"/>
                </a:cubicBezTo>
                <a:lnTo>
                  <a:pt x="5900142" y="324445"/>
                </a:lnTo>
                <a:cubicBezTo>
                  <a:pt x="5891807" y="297855"/>
                  <a:pt x="5883076" y="278408"/>
                  <a:pt x="5873948" y="266105"/>
                </a:cubicBezTo>
                <a:cubicBezTo>
                  <a:pt x="5858867" y="245467"/>
                  <a:pt x="5840412" y="229592"/>
                  <a:pt x="5818584" y="218480"/>
                </a:cubicBezTo>
                <a:cubicBezTo>
                  <a:pt x="5796756" y="207367"/>
                  <a:pt x="5772348" y="201811"/>
                  <a:pt x="5745360" y="201811"/>
                </a:cubicBezTo>
                <a:cubicBezTo>
                  <a:pt x="5684242" y="201811"/>
                  <a:pt x="5637411" y="226389"/>
                  <a:pt x="5604867" y="275546"/>
                </a:cubicBezTo>
                <a:cubicBezTo>
                  <a:pt x="5580261" y="312015"/>
                  <a:pt x="5567957" y="369292"/>
                  <a:pt x="5567957" y="447377"/>
                </a:cubicBezTo>
                <a:cubicBezTo>
                  <a:pt x="5567957" y="544103"/>
                  <a:pt x="5582642" y="610403"/>
                  <a:pt x="5612010" y="646277"/>
                </a:cubicBezTo>
                <a:cubicBezTo>
                  <a:pt x="5641379" y="682151"/>
                  <a:pt x="5682654" y="700088"/>
                  <a:pt x="5735835" y="700088"/>
                </a:cubicBezTo>
                <a:cubicBezTo>
                  <a:pt x="5787429" y="700088"/>
                  <a:pt x="5826422" y="685602"/>
                  <a:pt x="5852814" y="656630"/>
                </a:cubicBezTo>
                <a:cubicBezTo>
                  <a:pt x="5879206" y="627658"/>
                  <a:pt x="5898356" y="585589"/>
                  <a:pt x="5910262" y="530424"/>
                </a:cubicBezTo>
                <a:lnTo>
                  <a:pt x="6146601" y="601861"/>
                </a:lnTo>
                <a:cubicBezTo>
                  <a:pt x="6130726" y="668139"/>
                  <a:pt x="6105723" y="723503"/>
                  <a:pt x="6071592" y="767953"/>
                </a:cubicBezTo>
                <a:cubicBezTo>
                  <a:pt x="6037461" y="812403"/>
                  <a:pt x="5995094" y="845939"/>
                  <a:pt x="5944492" y="868561"/>
                </a:cubicBezTo>
                <a:cubicBezTo>
                  <a:pt x="5893891" y="891183"/>
                  <a:pt x="5829498" y="902494"/>
                  <a:pt x="5751314" y="902494"/>
                </a:cubicBezTo>
                <a:cubicBezTo>
                  <a:pt x="5656461" y="902494"/>
                  <a:pt x="5578970" y="888712"/>
                  <a:pt x="5518844" y="861148"/>
                </a:cubicBezTo>
                <a:cubicBezTo>
                  <a:pt x="5458717" y="833583"/>
                  <a:pt x="5406826" y="785098"/>
                  <a:pt x="5363170" y="715691"/>
                </a:cubicBezTo>
                <a:cubicBezTo>
                  <a:pt x="5319514" y="646285"/>
                  <a:pt x="5297686" y="557442"/>
                  <a:pt x="5297686" y="449163"/>
                </a:cubicBezTo>
                <a:cubicBezTo>
                  <a:pt x="5297686" y="304800"/>
                  <a:pt x="5336083" y="193849"/>
                  <a:pt x="5412878" y="116309"/>
                </a:cubicBezTo>
                <a:cubicBezTo>
                  <a:pt x="5489674" y="38770"/>
                  <a:pt x="5598318" y="0"/>
                  <a:pt x="5738812" y="0"/>
                </a:cubicBezTo>
                <a:close/>
                <a:moveTo>
                  <a:pt x="470297" y="0"/>
                </a:moveTo>
                <a:cubicBezTo>
                  <a:pt x="566737" y="0"/>
                  <a:pt x="638869" y="8731"/>
                  <a:pt x="686693" y="26194"/>
                </a:cubicBezTo>
                <a:cubicBezTo>
                  <a:pt x="734516" y="43656"/>
                  <a:pt x="774204" y="70743"/>
                  <a:pt x="805755" y="107454"/>
                </a:cubicBezTo>
                <a:cubicBezTo>
                  <a:pt x="837307" y="144165"/>
                  <a:pt x="861020" y="190699"/>
                  <a:pt x="876895" y="247055"/>
                </a:cubicBezTo>
                <a:lnTo>
                  <a:pt x="616743" y="293489"/>
                </a:lnTo>
                <a:cubicBezTo>
                  <a:pt x="606028" y="260549"/>
                  <a:pt x="587871" y="235347"/>
                  <a:pt x="562272" y="217884"/>
                </a:cubicBezTo>
                <a:cubicBezTo>
                  <a:pt x="536674" y="200422"/>
                  <a:pt x="504031" y="191691"/>
                  <a:pt x="464344" y="191691"/>
                </a:cubicBezTo>
                <a:cubicBezTo>
                  <a:pt x="405209" y="191691"/>
                  <a:pt x="358080" y="212229"/>
                  <a:pt x="322957" y="253306"/>
                </a:cubicBezTo>
                <a:cubicBezTo>
                  <a:pt x="287833" y="294382"/>
                  <a:pt x="270272" y="359370"/>
                  <a:pt x="270272" y="448270"/>
                </a:cubicBezTo>
                <a:cubicBezTo>
                  <a:pt x="270272" y="542727"/>
                  <a:pt x="288032" y="610195"/>
                  <a:pt x="323552" y="650677"/>
                </a:cubicBezTo>
                <a:cubicBezTo>
                  <a:pt x="359073" y="691158"/>
                  <a:pt x="408583" y="711399"/>
                  <a:pt x="472083" y="711399"/>
                </a:cubicBezTo>
                <a:cubicBezTo>
                  <a:pt x="502245" y="711399"/>
                  <a:pt x="531018" y="707033"/>
                  <a:pt x="558403" y="698302"/>
                </a:cubicBezTo>
                <a:cubicBezTo>
                  <a:pt x="585787" y="689570"/>
                  <a:pt x="617141" y="674688"/>
                  <a:pt x="652462" y="653653"/>
                </a:cubicBezTo>
                <a:lnTo>
                  <a:pt x="652462" y="571500"/>
                </a:lnTo>
                <a:lnTo>
                  <a:pt x="472083" y="571500"/>
                </a:lnTo>
                <a:lnTo>
                  <a:pt x="472083" y="389930"/>
                </a:lnTo>
                <a:lnTo>
                  <a:pt x="888801" y="389930"/>
                </a:lnTo>
                <a:lnTo>
                  <a:pt x="888801" y="762000"/>
                </a:lnTo>
                <a:cubicBezTo>
                  <a:pt x="809029" y="816372"/>
                  <a:pt x="738485" y="853381"/>
                  <a:pt x="677168" y="873026"/>
                </a:cubicBezTo>
                <a:cubicBezTo>
                  <a:pt x="615851" y="892671"/>
                  <a:pt x="543123" y="902494"/>
                  <a:pt x="458986" y="902494"/>
                </a:cubicBezTo>
                <a:cubicBezTo>
                  <a:pt x="355401" y="902494"/>
                  <a:pt x="270966" y="884833"/>
                  <a:pt x="205680" y="849511"/>
                </a:cubicBezTo>
                <a:cubicBezTo>
                  <a:pt x="140394" y="814189"/>
                  <a:pt x="89793" y="761603"/>
                  <a:pt x="53875" y="691753"/>
                </a:cubicBezTo>
                <a:cubicBezTo>
                  <a:pt x="17958" y="621903"/>
                  <a:pt x="0" y="541735"/>
                  <a:pt x="0" y="451247"/>
                </a:cubicBezTo>
                <a:cubicBezTo>
                  <a:pt x="0" y="355997"/>
                  <a:pt x="19645" y="273149"/>
                  <a:pt x="58936" y="202704"/>
                </a:cubicBezTo>
                <a:cubicBezTo>
                  <a:pt x="98226" y="132259"/>
                  <a:pt x="155773" y="78780"/>
                  <a:pt x="231576" y="42267"/>
                </a:cubicBezTo>
                <a:cubicBezTo>
                  <a:pt x="290711" y="14089"/>
                  <a:pt x="370284" y="0"/>
                  <a:pt x="470297" y="0"/>
                </a:cubicBezTo>
                <a:close/>
              </a:path>
            </a:pathLst>
          </a:custGeom>
          <a:noFill/>
          <a:ln>
            <a:solidFill>
              <a:schemeClr val="bg1">
                <a:alpha val="10000"/>
              </a:schemeClr>
            </a:solidFill>
          </a:ln>
          <a:effectLst>
            <a:reflection blurRad="279400" stA="50000" endA="300" endPos="90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0D545C5-8741-2C86-EDB8-A4AD6A34F520}"/>
              </a:ext>
            </a:extLst>
          </p:cNvPr>
          <p:cNvSpPr/>
          <p:nvPr/>
        </p:nvSpPr>
        <p:spPr>
          <a:xfrm>
            <a:off x="457201" y="4709160"/>
            <a:ext cx="11277598" cy="1968500"/>
          </a:xfrm>
          <a:custGeom>
            <a:avLst/>
            <a:gdLst/>
            <a:ahLst/>
            <a:cxnLst/>
            <a:rect l="l" t="t" r="r" b="b"/>
            <a:pathLst>
              <a:path w="12636698" h="902494">
                <a:moveTo>
                  <a:pt x="2389287" y="241102"/>
                </a:moveTo>
                <a:lnTo>
                  <a:pt x="2293962" y="554831"/>
                </a:lnTo>
                <a:lnTo>
                  <a:pt x="2485616" y="554831"/>
                </a:lnTo>
                <a:close/>
                <a:moveTo>
                  <a:pt x="6945510" y="212527"/>
                </a:moveTo>
                <a:lnTo>
                  <a:pt x="6945510" y="689372"/>
                </a:lnTo>
                <a:lnTo>
                  <a:pt x="7011590" y="689372"/>
                </a:lnTo>
                <a:cubicBezTo>
                  <a:pt x="7067946" y="689372"/>
                  <a:pt x="7108031" y="683121"/>
                  <a:pt x="7131843" y="670620"/>
                </a:cubicBezTo>
                <a:cubicBezTo>
                  <a:pt x="7155656" y="658118"/>
                  <a:pt x="7174309" y="636290"/>
                  <a:pt x="7187803" y="605135"/>
                </a:cubicBezTo>
                <a:cubicBezTo>
                  <a:pt x="7201296" y="573981"/>
                  <a:pt x="7208043" y="523478"/>
                  <a:pt x="7208043" y="453628"/>
                </a:cubicBezTo>
                <a:cubicBezTo>
                  <a:pt x="7208043" y="361156"/>
                  <a:pt x="7192962" y="297855"/>
                  <a:pt x="7162799" y="263724"/>
                </a:cubicBezTo>
                <a:cubicBezTo>
                  <a:pt x="7132637" y="229592"/>
                  <a:pt x="7082630" y="212527"/>
                  <a:pt x="7012781" y="212527"/>
                </a:cubicBezTo>
                <a:close/>
                <a:moveTo>
                  <a:pt x="3227189" y="192286"/>
                </a:moveTo>
                <a:lnTo>
                  <a:pt x="3227189" y="386953"/>
                </a:lnTo>
                <a:lnTo>
                  <a:pt x="3293269" y="386953"/>
                </a:lnTo>
                <a:cubicBezTo>
                  <a:pt x="3345260" y="386953"/>
                  <a:pt x="3381772" y="377924"/>
                  <a:pt x="3402806" y="359867"/>
                </a:cubicBezTo>
                <a:cubicBezTo>
                  <a:pt x="3423841" y="341809"/>
                  <a:pt x="3434358" y="318691"/>
                  <a:pt x="3434358" y="290513"/>
                </a:cubicBezTo>
                <a:cubicBezTo>
                  <a:pt x="3434358" y="263128"/>
                  <a:pt x="3425230" y="239911"/>
                  <a:pt x="3406973" y="220861"/>
                </a:cubicBezTo>
                <a:cubicBezTo>
                  <a:pt x="3388717" y="201811"/>
                  <a:pt x="3354388" y="192286"/>
                  <a:pt x="3303984" y="192286"/>
                </a:cubicBezTo>
                <a:close/>
                <a:moveTo>
                  <a:pt x="1326951" y="191095"/>
                </a:moveTo>
                <a:lnTo>
                  <a:pt x="1326951" y="368499"/>
                </a:lnTo>
                <a:lnTo>
                  <a:pt x="1440656" y="368499"/>
                </a:lnTo>
                <a:cubicBezTo>
                  <a:pt x="1452959" y="368499"/>
                  <a:pt x="1476772" y="364530"/>
                  <a:pt x="1512094" y="356592"/>
                </a:cubicBezTo>
                <a:cubicBezTo>
                  <a:pt x="1529953" y="353020"/>
                  <a:pt x="1544538" y="343892"/>
                  <a:pt x="1555849" y="329208"/>
                </a:cubicBezTo>
                <a:cubicBezTo>
                  <a:pt x="1567160" y="314524"/>
                  <a:pt x="1572816" y="297656"/>
                  <a:pt x="1572816" y="278606"/>
                </a:cubicBezTo>
                <a:cubicBezTo>
                  <a:pt x="1572816" y="250428"/>
                  <a:pt x="1563886" y="228799"/>
                  <a:pt x="1546026" y="213717"/>
                </a:cubicBezTo>
                <a:cubicBezTo>
                  <a:pt x="1528167" y="198636"/>
                  <a:pt x="1494631" y="191095"/>
                  <a:pt x="1445419" y="191095"/>
                </a:cubicBezTo>
                <a:close/>
                <a:moveTo>
                  <a:pt x="10874573" y="14883"/>
                </a:moveTo>
                <a:lnTo>
                  <a:pt x="11126390" y="14883"/>
                </a:lnTo>
                <a:lnTo>
                  <a:pt x="11455002" y="497719"/>
                </a:lnTo>
                <a:lnTo>
                  <a:pt x="11455002" y="14883"/>
                </a:lnTo>
                <a:lnTo>
                  <a:pt x="11709201" y="14883"/>
                </a:lnTo>
                <a:lnTo>
                  <a:pt x="11709201" y="887611"/>
                </a:lnTo>
                <a:lnTo>
                  <a:pt x="11455002" y="887611"/>
                </a:lnTo>
                <a:lnTo>
                  <a:pt x="11128176" y="408422"/>
                </a:lnTo>
                <a:lnTo>
                  <a:pt x="11128176" y="887611"/>
                </a:lnTo>
                <a:lnTo>
                  <a:pt x="10874573" y="887611"/>
                </a:lnTo>
                <a:close/>
                <a:moveTo>
                  <a:pt x="9388077" y="14883"/>
                </a:moveTo>
                <a:lnTo>
                  <a:pt x="9658349" y="14883"/>
                </a:lnTo>
                <a:lnTo>
                  <a:pt x="9658349" y="887611"/>
                </a:lnTo>
                <a:lnTo>
                  <a:pt x="9388077" y="887611"/>
                </a:lnTo>
                <a:close/>
                <a:moveTo>
                  <a:pt x="7624167" y="14883"/>
                </a:moveTo>
                <a:lnTo>
                  <a:pt x="8346876" y="14883"/>
                </a:lnTo>
                <a:lnTo>
                  <a:pt x="8346876" y="201216"/>
                </a:lnTo>
                <a:lnTo>
                  <a:pt x="7894438" y="201216"/>
                </a:lnTo>
                <a:lnTo>
                  <a:pt x="7894438" y="339924"/>
                </a:lnTo>
                <a:lnTo>
                  <a:pt x="8314134" y="339924"/>
                </a:lnTo>
                <a:lnTo>
                  <a:pt x="8314134" y="517922"/>
                </a:lnTo>
                <a:lnTo>
                  <a:pt x="7894438" y="517922"/>
                </a:lnTo>
                <a:lnTo>
                  <a:pt x="7894438" y="689967"/>
                </a:lnTo>
                <a:lnTo>
                  <a:pt x="8359973" y="689967"/>
                </a:lnTo>
                <a:lnTo>
                  <a:pt x="8359973" y="887611"/>
                </a:lnTo>
                <a:lnTo>
                  <a:pt x="7624167" y="887611"/>
                </a:lnTo>
                <a:close/>
                <a:moveTo>
                  <a:pt x="6675834" y="14883"/>
                </a:moveTo>
                <a:lnTo>
                  <a:pt x="7076479" y="14883"/>
                </a:lnTo>
                <a:cubicBezTo>
                  <a:pt x="7155457" y="14883"/>
                  <a:pt x="7219255" y="25599"/>
                  <a:pt x="7267872" y="47030"/>
                </a:cubicBezTo>
                <a:cubicBezTo>
                  <a:pt x="7316489" y="68461"/>
                  <a:pt x="7356673" y="99219"/>
                  <a:pt x="7388423" y="139303"/>
                </a:cubicBezTo>
                <a:cubicBezTo>
                  <a:pt x="7420173" y="179388"/>
                  <a:pt x="7443192" y="226020"/>
                  <a:pt x="7457479" y="279202"/>
                </a:cubicBezTo>
                <a:cubicBezTo>
                  <a:pt x="7471767" y="332383"/>
                  <a:pt x="7478910" y="388739"/>
                  <a:pt x="7478910" y="448270"/>
                </a:cubicBezTo>
                <a:cubicBezTo>
                  <a:pt x="7478910" y="541536"/>
                  <a:pt x="7468294" y="613867"/>
                  <a:pt x="7447061" y="665262"/>
                </a:cubicBezTo>
                <a:cubicBezTo>
                  <a:pt x="7425828" y="716657"/>
                  <a:pt x="7396360" y="759718"/>
                  <a:pt x="7358657" y="794445"/>
                </a:cubicBezTo>
                <a:cubicBezTo>
                  <a:pt x="7320954" y="829171"/>
                  <a:pt x="7280473" y="852289"/>
                  <a:pt x="7237213" y="863799"/>
                </a:cubicBezTo>
                <a:cubicBezTo>
                  <a:pt x="7178079" y="879674"/>
                  <a:pt x="7124501" y="887611"/>
                  <a:pt x="7076479" y="887611"/>
                </a:cubicBezTo>
                <a:lnTo>
                  <a:pt x="6675834" y="887611"/>
                </a:lnTo>
                <a:close/>
                <a:moveTo>
                  <a:pt x="4863703" y="14883"/>
                </a:moveTo>
                <a:lnTo>
                  <a:pt x="5133975" y="14883"/>
                </a:lnTo>
                <a:lnTo>
                  <a:pt x="5133975" y="887611"/>
                </a:lnTo>
                <a:lnTo>
                  <a:pt x="4863703" y="887611"/>
                </a:lnTo>
                <a:close/>
                <a:moveTo>
                  <a:pt x="3835003" y="14883"/>
                </a:moveTo>
                <a:lnTo>
                  <a:pt x="4104680" y="14883"/>
                </a:lnTo>
                <a:lnTo>
                  <a:pt x="4104680" y="320278"/>
                </a:lnTo>
                <a:lnTo>
                  <a:pt x="4399359" y="320278"/>
                </a:lnTo>
                <a:lnTo>
                  <a:pt x="4399359" y="14883"/>
                </a:lnTo>
                <a:lnTo>
                  <a:pt x="4670227" y="14883"/>
                </a:lnTo>
                <a:lnTo>
                  <a:pt x="4670227" y="887611"/>
                </a:lnTo>
                <a:lnTo>
                  <a:pt x="4399359" y="887611"/>
                </a:lnTo>
                <a:lnTo>
                  <a:pt x="4399359" y="534591"/>
                </a:lnTo>
                <a:lnTo>
                  <a:pt x="4104680" y="534591"/>
                </a:lnTo>
                <a:lnTo>
                  <a:pt x="4104680" y="887611"/>
                </a:lnTo>
                <a:lnTo>
                  <a:pt x="3835003" y="887611"/>
                </a:lnTo>
                <a:close/>
                <a:moveTo>
                  <a:pt x="2956322" y="14883"/>
                </a:moveTo>
                <a:lnTo>
                  <a:pt x="3404592" y="14883"/>
                </a:lnTo>
                <a:cubicBezTo>
                  <a:pt x="3502224" y="14883"/>
                  <a:pt x="3575348" y="38100"/>
                  <a:pt x="3623965" y="84534"/>
                </a:cubicBezTo>
                <a:cubicBezTo>
                  <a:pt x="3672582" y="130969"/>
                  <a:pt x="3696890" y="197049"/>
                  <a:pt x="3696890" y="282774"/>
                </a:cubicBezTo>
                <a:cubicBezTo>
                  <a:pt x="3696890" y="370880"/>
                  <a:pt x="3670399" y="439738"/>
                  <a:pt x="3617417" y="489347"/>
                </a:cubicBezTo>
                <a:cubicBezTo>
                  <a:pt x="3564433" y="538956"/>
                  <a:pt x="3483570" y="563761"/>
                  <a:pt x="3374827" y="563761"/>
                </a:cubicBezTo>
                <a:lnTo>
                  <a:pt x="3227189" y="563761"/>
                </a:lnTo>
                <a:lnTo>
                  <a:pt x="3227189" y="887611"/>
                </a:lnTo>
                <a:lnTo>
                  <a:pt x="2956322" y="887611"/>
                </a:lnTo>
                <a:close/>
                <a:moveTo>
                  <a:pt x="2245519" y="14883"/>
                </a:moveTo>
                <a:lnTo>
                  <a:pt x="2539677" y="14883"/>
                </a:lnTo>
                <a:lnTo>
                  <a:pt x="2867620" y="887611"/>
                </a:lnTo>
                <a:lnTo>
                  <a:pt x="2585219" y="887611"/>
                </a:lnTo>
                <a:lnTo>
                  <a:pt x="2541557" y="743545"/>
                </a:lnTo>
                <a:lnTo>
                  <a:pt x="2235389" y="743545"/>
                </a:lnTo>
                <a:lnTo>
                  <a:pt x="2192852" y="887611"/>
                </a:lnTo>
                <a:lnTo>
                  <a:pt x="1917501" y="887611"/>
                </a:lnTo>
                <a:close/>
                <a:moveTo>
                  <a:pt x="1056084" y="14883"/>
                </a:moveTo>
                <a:lnTo>
                  <a:pt x="1505545" y="14883"/>
                </a:lnTo>
                <a:cubicBezTo>
                  <a:pt x="1588889" y="14883"/>
                  <a:pt x="1652587" y="22027"/>
                  <a:pt x="1696641" y="36314"/>
                </a:cubicBezTo>
                <a:cubicBezTo>
                  <a:pt x="1740694" y="50602"/>
                  <a:pt x="1776214" y="77093"/>
                  <a:pt x="1803201" y="115788"/>
                </a:cubicBezTo>
                <a:cubicBezTo>
                  <a:pt x="1830189" y="154484"/>
                  <a:pt x="1843683" y="201613"/>
                  <a:pt x="1843683" y="257175"/>
                </a:cubicBezTo>
                <a:cubicBezTo>
                  <a:pt x="1843683" y="305594"/>
                  <a:pt x="1833358" y="347365"/>
                  <a:pt x="1812708" y="382488"/>
                </a:cubicBezTo>
                <a:cubicBezTo>
                  <a:pt x="1792058" y="417612"/>
                  <a:pt x="1763666" y="446088"/>
                  <a:pt x="1727532" y="467916"/>
                </a:cubicBezTo>
                <a:cubicBezTo>
                  <a:pt x="1704501" y="481806"/>
                  <a:pt x="1672930" y="493316"/>
                  <a:pt x="1632821" y="502444"/>
                </a:cubicBezTo>
                <a:cubicBezTo>
                  <a:pt x="1664943" y="513172"/>
                  <a:pt x="1688343" y="523897"/>
                  <a:pt x="1703022" y="534619"/>
                </a:cubicBezTo>
                <a:cubicBezTo>
                  <a:pt x="1712937" y="541769"/>
                  <a:pt x="1727315" y="557062"/>
                  <a:pt x="1746154" y="580500"/>
                </a:cubicBezTo>
                <a:cubicBezTo>
                  <a:pt x="1764993" y="603937"/>
                  <a:pt x="1777584" y="622012"/>
                  <a:pt x="1783928" y="634724"/>
                </a:cubicBezTo>
                <a:lnTo>
                  <a:pt x="1914525" y="887611"/>
                </a:lnTo>
                <a:lnTo>
                  <a:pt x="1609809" y="887611"/>
                </a:lnTo>
                <a:lnTo>
                  <a:pt x="1465659" y="620911"/>
                </a:lnTo>
                <a:cubicBezTo>
                  <a:pt x="1447403" y="586383"/>
                  <a:pt x="1431131" y="563959"/>
                  <a:pt x="1416844" y="553641"/>
                </a:cubicBezTo>
                <a:cubicBezTo>
                  <a:pt x="1397397" y="540147"/>
                  <a:pt x="1375370" y="533400"/>
                  <a:pt x="1350764" y="533400"/>
                </a:cubicBezTo>
                <a:lnTo>
                  <a:pt x="1326951" y="533400"/>
                </a:lnTo>
                <a:lnTo>
                  <a:pt x="1326951" y="887611"/>
                </a:lnTo>
                <a:lnTo>
                  <a:pt x="1056084" y="887611"/>
                </a:lnTo>
                <a:close/>
                <a:moveTo>
                  <a:pt x="12248554" y="0"/>
                </a:moveTo>
                <a:cubicBezTo>
                  <a:pt x="12360076" y="0"/>
                  <a:pt x="12445106" y="20737"/>
                  <a:pt x="12503645" y="62210"/>
                </a:cubicBezTo>
                <a:cubicBezTo>
                  <a:pt x="12562185" y="103684"/>
                  <a:pt x="12597010" y="169664"/>
                  <a:pt x="12608123" y="260152"/>
                </a:cubicBezTo>
                <a:lnTo>
                  <a:pt x="12353924" y="275034"/>
                </a:lnTo>
                <a:cubicBezTo>
                  <a:pt x="12347177" y="235744"/>
                  <a:pt x="12332989" y="207169"/>
                  <a:pt x="12311359" y="189309"/>
                </a:cubicBezTo>
                <a:cubicBezTo>
                  <a:pt x="12289729" y="171450"/>
                  <a:pt x="12259865" y="162520"/>
                  <a:pt x="12221765" y="162520"/>
                </a:cubicBezTo>
                <a:cubicBezTo>
                  <a:pt x="12190412" y="162520"/>
                  <a:pt x="12166797" y="169168"/>
                  <a:pt x="12150923" y="182463"/>
                </a:cubicBezTo>
                <a:cubicBezTo>
                  <a:pt x="12135048" y="195759"/>
                  <a:pt x="12127110" y="211931"/>
                  <a:pt x="12127110" y="230981"/>
                </a:cubicBezTo>
                <a:cubicBezTo>
                  <a:pt x="12127110" y="244872"/>
                  <a:pt x="12133659" y="257374"/>
                  <a:pt x="12146755" y="268486"/>
                </a:cubicBezTo>
                <a:cubicBezTo>
                  <a:pt x="12159456" y="279995"/>
                  <a:pt x="12189618" y="290711"/>
                  <a:pt x="12237243" y="300633"/>
                </a:cubicBezTo>
                <a:cubicBezTo>
                  <a:pt x="12355115" y="326033"/>
                  <a:pt x="12439550" y="351731"/>
                  <a:pt x="12490548" y="377726"/>
                </a:cubicBezTo>
                <a:cubicBezTo>
                  <a:pt x="12541546" y="403721"/>
                  <a:pt x="12578655" y="435967"/>
                  <a:pt x="12601872" y="474464"/>
                </a:cubicBezTo>
                <a:cubicBezTo>
                  <a:pt x="12625089" y="512961"/>
                  <a:pt x="12636698" y="556022"/>
                  <a:pt x="12636698" y="603647"/>
                </a:cubicBezTo>
                <a:cubicBezTo>
                  <a:pt x="12636698" y="659606"/>
                  <a:pt x="12621219" y="711200"/>
                  <a:pt x="12590263" y="758428"/>
                </a:cubicBezTo>
                <a:cubicBezTo>
                  <a:pt x="12559307" y="805656"/>
                  <a:pt x="12516048" y="841474"/>
                  <a:pt x="12460485" y="865882"/>
                </a:cubicBezTo>
                <a:cubicBezTo>
                  <a:pt x="12404922" y="890290"/>
                  <a:pt x="12334874" y="902494"/>
                  <a:pt x="12250340" y="902494"/>
                </a:cubicBezTo>
                <a:cubicBezTo>
                  <a:pt x="12101908" y="902494"/>
                  <a:pt x="11999118" y="873919"/>
                  <a:pt x="11941968" y="816769"/>
                </a:cubicBezTo>
                <a:cubicBezTo>
                  <a:pt x="11884818" y="759619"/>
                  <a:pt x="11852472" y="686991"/>
                  <a:pt x="11844932" y="598885"/>
                </a:cubicBezTo>
                <a:lnTo>
                  <a:pt x="12101512" y="582811"/>
                </a:lnTo>
                <a:cubicBezTo>
                  <a:pt x="12107068" y="624483"/>
                  <a:pt x="12118379" y="656233"/>
                  <a:pt x="12135444" y="678061"/>
                </a:cubicBezTo>
                <a:cubicBezTo>
                  <a:pt x="12163225" y="713383"/>
                  <a:pt x="12202914" y="731044"/>
                  <a:pt x="12254507" y="731044"/>
                </a:cubicBezTo>
                <a:cubicBezTo>
                  <a:pt x="12293003" y="731044"/>
                  <a:pt x="12322670" y="722015"/>
                  <a:pt x="12343506" y="703957"/>
                </a:cubicBezTo>
                <a:cubicBezTo>
                  <a:pt x="12364342" y="685899"/>
                  <a:pt x="12374760" y="664964"/>
                  <a:pt x="12374760" y="641152"/>
                </a:cubicBezTo>
                <a:cubicBezTo>
                  <a:pt x="12374760" y="618530"/>
                  <a:pt x="12364839" y="598289"/>
                  <a:pt x="12344994" y="580430"/>
                </a:cubicBezTo>
                <a:cubicBezTo>
                  <a:pt x="12325150" y="562570"/>
                  <a:pt x="12279114" y="545703"/>
                  <a:pt x="12206882" y="529828"/>
                </a:cubicBezTo>
                <a:cubicBezTo>
                  <a:pt x="12088614" y="503238"/>
                  <a:pt x="12004277" y="467916"/>
                  <a:pt x="11953874" y="423863"/>
                </a:cubicBezTo>
                <a:cubicBezTo>
                  <a:pt x="11903074" y="379810"/>
                  <a:pt x="11877674" y="323652"/>
                  <a:pt x="11877674" y="255389"/>
                </a:cubicBezTo>
                <a:cubicBezTo>
                  <a:pt x="11877674" y="210542"/>
                  <a:pt x="11890672" y="168176"/>
                  <a:pt x="11916667" y="128290"/>
                </a:cubicBezTo>
                <a:cubicBezTo>
                  <a:pt x="11942662" y="88404"/>
                  <a:pt x="11981755" y="57051"/>
                  <a:pt x="12033944" y="34231"/>
                </a:cubicBezTo>
                <a:cubicBezTo>
                  <a:pt x="12086132" y="11410"/>
                  <a:pt x="12157670" y="0"/>
                  <a:pt x="12248554" y="0"/>
                </a:cubicBezTo>
                <a:close/>
                <a:moveTo>
                  <a:pt x="10290571" y="0"/>
                </a:moveTo>
                <a:cubicBezTo>
                  <a:pt x="10387012" y="0"/>
                  <a:pt x="10459143" y="8731"/>
                  <a:pt x="10506967" y="26194"/>
                </a:cubicBezTo>
                <a:cubicBezTo>
                  <a:pt x="10554791" y="43656"/>
                  <a:pt x="10594478" y="70743"/>
                  <a:pt x="10626030" y="107454"/>
                </a:cubicBezTo>
                <a:cubicBezTo>
                  <a:pt x="10657581" y="144165"/>
                  <a:pt x="10681295" y="190699"/>
                  <a:pt x="10697169" y="247055"/>
                </a:cubicBezTo>
                <a:lnTo>
                  <a:pt x="10437018" y="293489"/>
                </a:lnTo>
                <a:cubicBezTo>
                  <a:pt x="10426302" y="260549"/>
                  <a:pt x="10408145" y="235347"/>
                  <a:pt x="10382547" y="217884"/>
                </a:cubicBezTo>
                <a:cubicBezTo>
                  <a:pt x="10356948" y="200422"/>
                  <a:pt x="10324305" y="191691"/>
                  <a:pt x="10284618" y="191691"/>
                </a:cubicBezTo>
                <a:cubicBezTo>
                  <a:pt x="10225483" y="191691"/>
                  <a:pt x="10178355" y="212229"/>
                  <a:pt x="10143231" y="253306"/>
                </a:cubicBezTo>
                <a:cubicBezTo>
                  <a:pt x="10108108" y="294382"/>
                  <a:pt x="10090546" y="359370"/>
                  <a:pt x="10090546" y="448270"/>
                </a:cubicBezTo>
                <a:cubicBezTo>
                  <a:pt x="10090546" y="542727"/>
                  <a:pt x="10108307" y="610195"/>
                  <a:pt x="10143826" y="650677"/>
                </a:cubicBezTo>
                <a:cubicBezTo>
                  <a:pt x="10179346" y="691158"/>
                  <a:pt x="10228857" y="711399"/>
                  <a:pt x="10292357" y="711399"/>
                </a:cubicBezTo>
                <a:cubicBezTo>
                  <a:pt x="10322519" y="711399"/>
                  <a:pt x="10351293" y="707033"/>
                  <a:pt x="10378677" y="698302"/>
                </a:cubicBezTo>
                <a:cubicBezTo>
                  <a:pt x="10406062" y="689570"/>
                  <a:pt x="10437414" y="674688"/>
                  <a:pt x="10472737" y="653653"/>
                </a:cubicBezTo>
                <a:lnTo>
                  <a:pt x="10472737" y="571500"/>
                </a:lnTo>
                <a:lnTo>
                  <a:pt x="10292357" y="571500"/>
                </a:lnTo>
                <a:lnTo>
                  <a:pt x="10292357" y="389930"/>
                </a:lnTo>
                <a:lnTo>
                  <a:pt x="10709076" y="389930"/>
                </a:lnTo>
                <a:lnTo>
                  <a:pt x="10709076" y="762000"/>
                </a:lnTo>
                <a:cubicBezTo>
                  <a:pt x="10629304" y="816372"/>
                  <a:pt x="10558759" y="853381"/>
                  <a:pt x="10497442" y="873026"/>
                </a:cubicBezTo>
                <a:cubicBezTo>
                  <a:pt x="10436125" y="892671"/>
                  <a:pt x="10363398" y="902494"/>
                  <a:pt x="10279260" y="902494"/>
                </a:cubicBezTo>
                <a:cubicBezTo>
                  <a:pt x="10175676" y="902494"/>
                  <a:pt x="10091240" y="884833"/>
                  <a:pt x="10025955" y="849511"/>
                </a:cubicBezTo>
                <a:cubicBezTo>
                  <a:pt x="9960669" y="814189"/>
                  <a:pt x="9910067" y="761603"/>
                  <a:pt x="9874150" y="691753"/>
                </a:cubicBezTo>
                <a:cubicBezTo>
                  <a:pt x="9838232" y="621903"/>
                  <a:pt x="9820274" y="541735"/>
                  <a:pt x="9820274" y="451247"/>
                </a:cubicBezTo>
                <a:cubicBezTo>
                  <a:pt x="9820274" y="355997"/>
                  <a:pt x="9839919" y="273149"/>
                  <a:pt x="9879210" y="202704"/>
                </a:cubicBezTo>
                <a:cubicBezTo>
                  <a:pt x="9918501" y="132259"/>
                  <a:pt x="9976047" y="78780"/>
                  <a:pt x="10051851" y="42267"/>
                </a:cubicBezTo>
                <a:cubicBezTo>
                  <a:pt x="10110985" y="14089"/>
                  <a:pt x="10190559" y="0"/>
                  <a:pt x="10290571" y="0"/>
                </a:cubicBezTo>
                <a:close/>
                <a:moveTo>
                  <a:pt x="8857654" y="0"/>
                </a:moveTo>
                <a:cubicBezTo>
                  <a:pt x="8969176" y="0"/>
                  <a:pt x="9054206" y="20737"/>
                  <a:pt x="9112745" y="62210"/>
                </a:cubicBezTo>
                <a:cubicBezTo>
                  <a:pt x="9171284" y="103684"/>
                  <a:pt x="9206110" y="169664"/>
                  <a:pt x="9217223" y="260152"/>
                </a:cubicBezTo>
                <a:lnTo>
                  <a:pt x="8963024" y="275034"/>
                </a:lnTo>
                <a:cubicBezTo>
                  <a:pt x="8956277" y="235744"/>
                  <a:pt x="8942089" y="207169"/>
                  <a:pt x="8920459" y="189309"/>
                </a:cubicBezTo>
                <a:cubicBezTo>
                  <a:pt x="8898830" y="171450"/>
                  <a:pt x="8868965" y="162520"/>
                  <a:pt x="8830865" y="162520"/>
                </a:cubicBezTo>
                <a:cubicBezTo>
                  <a:pt x="8799511" y="162520"/>
                  <a:pt x="8775898" y="169168"/>
                  <a:pt x="8760023" y="182463"/>
                </a:cubicBezTo>
                <a:cubicBezTo>
                  <a:pt x="8744147" y="195759"/>
                  <a:pt x="8736210" y="211931"/>
                  <a:pt x="8736210" y="230981"/>
                </a:cubicBezTo>
                <a:cubicBezTo>
                  <a:pt x="8736210" y="244872"/>
                  <a:pt x="8742759" y="257374"/>
                  <a:pt x="8755855" y="268486"/>
                </a:cubicBezTo>
                <a:cubicBezTo>
                  <a:pt x="8768555" y="279995"/>
                  <a:pt x="8798718" y="290711"/>
                  <a:pt x="8846343" y="300633"/>
                </a:cubicBezTo>
                <a:cubicBezTo>
                  <a:pt x="8964215" y="326033"/>
                  <a:pt x="9048650" y="351731"/>
                  <a:pt x="9099648" y="377726"/>
                </a:cubicBezTo>
                <a:cubicBezTo>
                  <a:pt x="9150647" y="403721"/>
                  <a:pt x="9187755" y="435967"/>
                  <a:pt x="9210972" y="474464"/>
                </a:cubicBezTo>
                <a:cubicBezTo>
                  <a:pt x="9234189" y="512961"/>
                  <a:pt x="9245798" y="556022"/>
                  <a:pt x="9245798" y="603647"/>
                </a:cubicBezTo>
                <a:cubicBezTo>
                  <a:pt x="9245798" y="659606"/>
                  <a:pt x="9230319" y="711200"/>
                  <a:pt x="9199363" y="758428"/>
                </a:cubicBezTo>
                <a:cubicBezTo>
                  <a:pt x="9168407" y="805656"/>
                  <a:pt x="9125147" y="841474"/>
                  <a:pt x="9069585" y="865882"/>
                </a:cubicBezTo>
                <a:cubicBezTo>
                  <a:pt x="9014023" y="890290"/>
                  <a:pt x="8943974" y="902494"/>
                  <a:pt x="8859440" y="902494"/>
                </a:cubicBezTo>
                <a:cubicBezTo>
                  <a:pt x="8711009" y="902494"/>
                  <a:pt x="8608218" y="873919"/>
                  <a:pt x="8551068" y="816769"/>
                </a:cubicBezTo>
                <a:cubicBezTo>
                  <a:pt x="8493918" y="759619"/>
                  <a:pt x="8461573" y="686991"/>
                  <a:pt x="8454032" y="598885"/>
                </a:cubicBezTo>
                <a:lnTo>
                  <a:pt x="8710612" y="582811"/>
                </a:lnTo>
                <a:cubicBezTo>
                  <a:pt x="8716168" y="624483"/>
                  <a:pt x="8727479" y="656233"/>
                  <a:pt x="8744544" y="678061"/>
                </a:cubicBezTo>
                <a:cubicBezTo>
                  <a:pt x="8772326" y="713383"/>
                  <a:pt x="8812013" y="731044"/>
                  <a:pt x="8863607" y="731044"/>
                </a:cubicBezTo>
                <a:cubicBezTo>
                  <a:pt x="8902104" y="731044"/>
                  <a:pt x="8931770" y="722015"/>
                  <a:pt x="8952606" y="703957"/>
                </a:cubicBezTo>
                <a:cubicBezTo>
                  <a:pt x="8973442" y="685899"/>
                  <a:pt x="8983860" y="664964"/>
                  <a:pt x="8983860" y="641152"/>
                </a:cubicBezTo>
                <a:cubicBezTo>
                  <a:pt x="8983860" y="618530"/>
                  <a:pt x="8973938" y="598289"/>
                  <a:pt x="8954094" y="580430"/>
                </a:cubicBezTo>
                <a:cubicBezTo>
                  <a:pt x="8934251" y="562570"/>
                  <a:pt x="8888213" y="545703"/>
                  <a:pt x="8815982" y="529828"/>
                </a:cubicBezTo>
                <a:cubicBezTo>
                  <a:pt x="8697713" y="503238"/>
                  <a:pt x="8613377" y="467916"/>
                  <a:pt x="8562974" y="423863"/>
                </a:cubicBezTo>
                <a:cubicBezTo>
                  <a:pt x="8512174" y="379810"/>
                  <a:pt x="8486774" y="323652"/>
                  <a:pt x="8486774" y="255389"/>
                </a:cubicBezTo>
                <a:cubicBezTo>
                  <a:pt x="8486774" y="210542"/>
                  <a:pt x="8499772" y="168176"/>
                  <a:pt x="8525767" y="128290"/>
                </a:cubicBezTo>
                <a:cubicBezTo>
                  <a:pt x="8551763" y="88404"/>
                  <a:pt x="8590854" y="57051"/>
                  <a:pt x="8643044" y="34231"/>
                </a:cubicBezTo>
                <a:cubicBezTo>
                  <a:pt x="8695233" y="11410"/>
                  <a:pt x="8766769" y="0"/>
                  <a:pt x="8857654" y="0"/>
                </a:cubicBezTo>
                <a:close/>
                <a:moveTo>
                  <a:pt x="5738812" y="0"/>
                </a:moveTo>
                <a:cubicBezTo>
                  <a:pt x="5848746" y="0"/>
                  <a:pt x="5935166" y="22225"/>
                  <a:pt x="5998070" y="66675"/>
                </a:cubicBezTo>
                <a:cubicBezTo>
                  <a:pt x="6060976" y="111125"/>
                  <a:pt x="6107707" y="179388"/>
                  <a:pt x="6138267" y="271463"/>
                </a:cubicBezTo>
                <a:lnTo>
                  <a:pt x="5900142" y="324445"/>
                </a:lnTo>
                <a:cubicBezTo>
                  <a:pt x="5891807" y="297855"/>
                  <a:pt x="5883076" y="278408"/>
                  <a:pt x="5873948" y="266105"/>
                </a:cubicBezTo>
                <a:cubicBezTo>
                  <a:pt x="5858867" y="245467"/>
                  <a:pt x="5840412" y="229592"/>
                  <a:pt x="5818584" y="218480"/>
                </a:cubicBezTo>
                <a:cubicBezTo>
                  <a:pt x="5796756" y="207367"/>
                  <a:pt x="5772348" y="201811"/>
                  <a:pt x="5745360" y="201811"/>
                </a:cubicBezTo>
                <a:cubicBezTo>
                  <a:pt x="5684242" y="201811"/>
                  <a:pt x="5637411" y="226389"/>
                  <a:pt x="5604867" y="275546"/>
                </a:cubicBezTo>
                <a:cubicBezTo>
                  <a:pt x="5580261" y="312015"/>
                  <a:pt x="5567957" y="369292"/>
                  <a:pt x="5567957" y="447377"/>
                </a:cubicBezTo>
                <a:cubicBezTo>
                  <a:pt x="5567957" y="544103"/>
                  <a:pt x="5582642" y="610403"/>
                  <a:pt x="5612010" y="646277"/>
                </a:cubicBezTo>
                <a:cubicBezTo>
                  <a:pt x="5641379" y="682151"/>
                  <a:pt x="5682654" y="700088"/>
                  <a:pt x="5735835" y="700088"/>
                </a:cubicBezTo>
                <a:cubicBezTo>
                  <a:pt x="5787429" y="700088"/>
                  <a:pt x="5826422" y="685602"/>
                  <a:pt x="5852814" y="656630"/>
                </a:cubicBezTo>
                <a:cubicBezTo>
                  <a:pt x="5879206" y="627658"/>
                  <a:pt x="5898356" y="585589"/>
                  <a:pt x="5910262" y="530424"/>
                </a:cubicBezTo>
                <a:lnTo>
                  <a:pt x="6146601" y="601861"/>
                </a:lnTo>
                <a:cubicBezTo>
                  <a:pt x="6130726" y="668139"/>
                  <a:pt x="6105723" y="723503"/>
                  <a:pt x="6071592" y="767953"/>
                </a:cubicBezTo>
                <a:cubicBezTo>
                  <a:pt x="6037461" y="812403"/>
                  <a:pt x="5995094" y="845939"/>
                  <a:pt x="5944492" y="868561"/>
                </a:cubicBezTo>
                <a:cubicBezTo>
                  <a:pt x="5893891" y="891183"/>
                  <a:pt x="5829498" y="902494"/>
                  <a:pt x="5751314" y="902494"/>
                </a:cubicBezTo>
                <a:cubicBezTo>
                  <a:pt x="5656461" y="902494"/>
                  <a:pt x="5578970" y="888712"/>
                  <a:pt x="5518844" y="861148"/>
                </a:cubicBezTo>
                <a:cubicBezTo>
                  <a:pt x="5458717" y="833583"/>
                  <a:pt x="5406826" y="785098"/>
                  <a:pt x="5363170" y="715691"/>
                </a:cubicBezTo>
                <a:cubicBezTo>
                  <a:pt x="5319514" y="646285"/>
                  <a:pt x="5297686" y="557442"/>
                  <a:pt x="5297686" y="449163"/>
                </a:cubicBezTo>
                <a:cubicBezTo>
                  <a:pt x="5297686" y="304800"/>
                  <a:pt x="5336083" y="193849"/>
                  <a:pt x="5412878" y="116309"/>
                </a:cubicBezTo>
                <a:cubicBezTo>
                  <a:pt x="5489674" y="38770"/>
                  <a:pt x="5598318" y="0"/>
                  <a:pt x="5738812" y="0"/>
                </a:cubicBezTo>
                <a:close/>
                <a:moveTo>
                  <a:pt x="470297" y="0"/>
                </a:moveTo>
                <a:cubicBezTo>
                  <a:pt x="566737" y="0"/>
                  <a:pt x="638869" y="8731"/>
                  <a:pt x="686693" y="26194"/>
                </a:cubicBezTo>
                <a:cubicBezTo>
                  <a:pt x="734516" y="43656"/>
                  <a:pt x="774204" y="70743"/>
                  <a:pt x="805755" y="107454"/>
                </a:cubicBezTo>
                <a:cubicBezTo>
                  <a:pt x="837307" y="144165"/>
                  <a:pt x="861020" y="190699"/>
                  <a:pt x="876895" y="247055"/>
                </a:cubicBezTo>
                <a:lnTo>
                  <a:pt x="616743" y="293489"/>
                </a:lnTo>
                <a:cubicBezTo>
                  <a:pt x="606028" y="260549"/>
                  <a:pt x="587871" y="235347"/>
                  <a:pt x="562272" y="217884"/>
                </a:cubicBezTo>
                <a:cubicBezTo>
                  <a:pt x="536674" y="200422"/>
                  <a:pt x="504031" y="191691"/>
                  <a:pt x="464344" y="191691"/>
                </a:cubicBezTo>
                <a:cubicBezTo>
                  <a:pt x="405209" y="191691"/>
                  <a:pt x="358080" y="212229"/>
                  <a:pt x="322957" y="253306"/>
                </a:cubicBezTo>
                <a:cubicBezTo>
                  <a:pt x="287833" y="294382"/>
                  <a:pt x="270272" y="359370"/>
                  <a:pt x="270272" y="448270"/>
                </a:cubicBezTo>
                <a:cubicBezTo>
                  <a:pt x="270272" y="542727"/>
                  <a:pt x="288032" y="610195"/>
                  <a:pt x="323552" y="650677"/>
                </a:cubicBezTo>
                <a:cubicBezTo>
                  <a:pt x="359073" y="691158"/>
                  <a:pt x="408583" y="711399"/>
                  <a:pt x="472083" y="711399"/>
                </a:cubicBezTo>
                <a:cubicBezTo>
                  <a:pt x="502245" y="711399"/>
                  <a:pt x="531018" y="707033"/>
                  <a:pt x="558403" y="698302"/>
                </a:cubicBezTo>
                <a:cubicBezTo>
                  <a:pt x="585787" y="689570"/>
                  <a:pt x="617141" y="674688"/>
                  <a:pt x="652462" y="653653"/>
                </a:cubicBezTo>
                <a:lnTo>
                  <a:pt x="652462" y="571500"/>
                </a:lnTo>
                <a:lnTo>
                  <a:pt x="472083" y="571500"/>
                </a:lnTo>
                <a:lnTo>
                  <a:pt x="472083" y="389930"/>
                </a:lnTo>
                <a:lnTo>
                  <a:pt x="888801" y="389930"/>
                </a:lnTo>
                <a:lnTo>
                  <a:pt x="888801" y="762000"/>
                </a:lnTo>
                <a:cubicBezTo>
                  <a:pt x="809029" y="816372"/>
                  <a:pt x="738485" y="853381"/>
                  <a:pt x="677168" y="873026"/>
                </a:cubicBezTo>
                <a:cubicBezTo>
                  <a:pt x="615851" y="892671"/>
                  <a:pt x="543123" y="902494"/>
                  <a:pt x="458986" y="902494"/>
                </a:cubicBezTo>
                <a:cubicBezTo>
                  <a:pt x="355401" y="902494"/>
                  <a:pt x="270966" y="884833"/>
                  <a:pt x="205680" y="849511"/>
                </a:cubicBezTo>
                <a:cubicBezTo>
                  <a:pt x="140394" y="814189"/>
                  <a:pt x="89793" y="761603"/>
                  <a:pt x="53875" y="691753"/>
                </a:cubicBezTo>
                <a:cubicBezTo>
                  <a:pt x="17958" y="621903"/>
                  <a:pt x="0" y="541735"/>
                  <a:pt x="0" y="451247"/>
                </a:cubicBezTo>
                <a:cubicBezTo>
                  <a:pt x="0" y="355997"/>
                  <a:pt x="19645" y="273149"/>
                  <a:pt x="58936" y="202704"/>
                </a:cubicBezTo>
                <a:cubicBezTo>
                  <a:pt x="98226" y="132259"/>
                  <a:pt x="155773" y="78780"/>
                  <a:pt x="231576" y="42267"/>
                </a:cubicBezTo>
                <a:cubicBezTo>
                  <a:pt x="290711" y="14089"/>
                  <a:pt x="370284" y="0"/>
                  <a:pt x="470297" y="0"/>
                </a:cubicBezTo>
                <a:close/>
              </a:path>
            </a:pathLst>
          </a:custGeom>
          <a:noFill/>
          <a:ln>
            <a:solidFill>
              <a:schemeClr val="bg1">
                <a:alpha val="10000"/>
              </a:schemeClr>
            </a:solidFill>
          </a:ln>
          <a:effectLst>
            <a:reflection blurRad="279400" stA="50000" endA="300" endPos="90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73BAC2-29E6-B9C4-CCE3-49E00CFD2B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F0F14">
                  <a:lumMod val="0"/>
                </a:srgbClr>
              </a:gs>
              <a:gs pos="100000">
                <a:schemeClr val="bg1">
                  <a:alpha val="0"/>
                  <a:lumMod val="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13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0F14"/>
            </a:gs>
            <a:gs pos="100000">
              <a:srgbClr val="18182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7B1337-70C5-1205-D610-371C917A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B2E5AD4-2D08-724A-A7AB-B6FFDF04198F}"/>
              </a:ext>
            </a:extLst>
          </p:cNvPr>
          <p:cNvSpPr/>
          <p:nvPr/>
        </p:nvSpPr>
        <p:spPr>
          <a:xfrm>
            <a:off x="457201" y="4709160"/>
            <a:ext cx="11277598" cy="1968500"/>
          </a:xfrm>
          <a:custGeom>
            <a:avLst/>
            <a:gdLst/>
            <a:ahLst/>
            <a:cxnLst/>
            <a:rect l="l" t="t" r="r" b="b"/>
            <a:pathLst>
              <a:path w="11174016" h="902494">
                <a:moveTo>
                  <a:pt x="272058" y="523280"/>
                </a:moveTo>
                <a:lnTo>
                  <a:pt x="272058" y="700088"/>
                </a:lnTo>
                <a:lnTo>
                  <a:pt x="409575" y="700088"/>
                </a:lnTo>
                <a:cubicBezTo>
                  <a:pt x="456010" y="700088"/>
                  <a:pt x="488752" y="691853"/>
                  <a:pt x="507802" y="675382"/>
                </a:cubicBezTo>
                <a:cubicBezTo>
                  <a:pt x="526852" y="658912"/>
                  <a:pt x="536377" y="636786"/>
                  <a:pt x="536377" y="609005"/>
                </a:cubicBezTo>
                <a:cubicBezTo>
                  <a:pt x="536377" y="583208"/>
                  <a:pt x="526951" y="562471"/>
                  <a:pt x="508100" y="546795"/>
                </a:cubicBezTo>
                <a:cubicBezTo>
                  <a:pt x="489248" y="531118"/>
                  <a:pt x="456208" y="523280"/>
                  <a:pt x="408980" y="523280"/>
                </a:cubicBezTo>
                <a:close/>
                <a:moveTo>
                  <a:pt x="2288680" y="241102"/>
                </a:moveTo>
                <a:lnTo>
                  <a:pt x="2193356" y="554831"/>
                </a:lnTo>
                <a:lnTo>
                  <a:pt x="2385009" y="554831"/>
                </a:lnTo>
                <a:close/>
                <a:moveTo>
                  <a:pt x="5482829" y="212527"/>
                </a:moveTo>
                <a:lnTo>
                  <a:pt x="5482829" y="689372"/>
                </a:lnTo>
                <a:lnTo>
                  <a:pt x="5548909" y="689372"/>
                </a:lnTo>
                <a:cubicBezTo>
                  <a:pt x="5605264" y="689372"/>
                  <a:pt x="5645349" y="683121"/>
                  <a:pt x="5669162" y="670620"/>
                </a:cubicBezTo>
                <a:cubicBezTo>
                  <a:pt x="5692974" y="658118"/>
                  <a:pt x="5711627" y="636290"/>
                  <a:pt x="5725121" y="605135"/>
                </a:cubicBezTo>
                <a:cubicBezTo>
                  <a:pt x="5738614" y="573981"/>
                  <a:pt x="5745362" y="523478"/>
                  <a:pt x="5745362" y="453628"/>
                </a:cubicBezTo>
                <a:cubicBezTo>
                  <a:pt x="5745362" y="361157"/>
                  <a:pt x="5730280" y="297855"/>
                  <a:pt x="5700118" y="263724"/>
                </a:cubicBezTo>
                <a:cubicBezTo>
                  <a:pt x="5669955" y="229592"/>
                  <a:pt x="5619949" y="212527"/>
                  <a:pt x="5550099" y="212527"/>
                </a:cubicBezTo>
                <a:close/>
                <a:moveTo>
                  <a:pt x="4149329" y="212527"/>
                </a:moveTo>
                <a:lnTo>
                  <a:pt x="4149329" y="689372"/>
                </a:lnTo>
                <a:lnTo>
                  <a:pt x="4215408" y="689372"/>
                </a:lnTo>
                <a:cubicBezTo>
                  <a:pt x="4271765" y="689372"/>
                  <a:pt x="4311849" y="683121"/>
                  <a:pt x="4335662" y="670620"/>
                </a:cubicBezTo>
                <a:cubicBezTo>
                  <a:pt x="4359474" y="658118"/>
                  <a:pt x="4378127" y="636290"/>
                  <a:pt x="4391621" y="605135"/>
                </a:cubicBezTo>
                <a:cubicBezTo>
                  <a:pt x="4405114" y="573981"/>
                  <a:pt x="4411861" y="523478"/>
                  <a:pt x="4411861" y="453628"/>
                </a:cubicBezTo>
                <a:cubicBezTo>
                  <a:pt x="4411861" y="361156"/>
                  <a:pt x="4396780" y="297855"/>
                  <a:pt x="4366618" y="263724"/>
                </a:cubicBezTo>
                <a:cubicBezTo>
                  <a:pt x="4336455" y="229592"/>
                  <a:pt x="4286449" y="212527"/>
                  <a:pt x="4216599" y="212527"/>
                </a:cubicBezTo>
                <a:close/>
                <a:moveTo>
                  <a:pt x="272058" y="191691"/>
                </a:moveTo>
                <a:lnTo>
                  <a:pt x="272058" y="357188"/>
                </a:lnTo>
                <a:lnTo>
                  <a:pt x="389335" y="357188"/>
                </a:lnTo>
                <a:cubicBezTo>
                  <a:pt x="431403" y="357188"/>
                  <a:pt x="460673" y="349945"/>
                  <a:pt x="477143" y="335459"/>
                </a:cubicBezTo>
                <a:cubicBezTo>
                  <a:pt x="493614" y="320973"/>
                  <a:pt x="501849" y="300038"/>
                  <a:pt x="501849" y="272653"/>
                </a:cubicBezTo>
                <a:cubicBezTo>
                  <a:pt x="501849" y="247253"/>
                  <a:pt x="493614" y="227410"/>
                  <a:pt x="477143" y="213122"/>
                </a:cubicBezTo>
                <a:cubicBezTo>
                  <a:pt x="460673" y="198835"/>
                  <a:pt x="431999" y="191691"/>
                  <a:pt x="391121" y="191691"/>
                </a:cubicBezTo>
                <a:close/>
                <a:moveTo>
                  <a:pt x="1226344" y="191096"/>
                </a:moveTo>
                <a:lnTo>
                  <a:pt x="1226344" y="368499"/>
                </a:lnTo>
                <a:lnTo>
                  <a:pt x="1340049" y="368499"/>
                </a:lnTo>
                <a:cubicBezTo>
                  <a:pt x="1352352" y="368499"/>
                  <a:pt x="1376165" y="364530"/>
                  <a:pt x="1411486" y="356592"/>
                </a:cubicBezTo>
                <a:cubicBezTo>
                  <a:pt x="1429347" y="353021"/>
                  <a:pt x="1443931" y="343892"/>
                  <a:pt x="1455242" y="329208"/>
                </a:cubicBezTo>
                <a:cubicBezTo>
                  <a:pt x="1466553" y="314524"/>
                  <a:pt x="1472208" y="297656"/>
                  <a:pt x="1472208" y="278606"/>
                </a:cubicBezTo>
                <a:cubicBezTo>
                  <a:pt x="1472208" y="250428"/>
                  <a:pt x="1463279" y="228799"/>
                  <a:pt x="1445419" y="213717"/>
                </a:cubicBezTo>
                <a:cubicBezTo>
                  <a:pt x="1427560" y="198636"/>
                  <a:pt x="1394024" y="191096"/>
                  <a:pt x="1344811" y="191096"/>
                </a:cubicBezTo>
                <a:close/>
                <a:moveTo>
                  <a:pt x="9411891" y="14883"/>
                </a:moveTo>
                <a:lnTo>
                  <a:pt x="9663708" y="14883"/>
                </a:lnTo>
                <a:lnTo>
                  <a:pt x="9992320" y="497719"/>
                </a:lnTo>
                <a:lnTo>
                  <a:pt x="9992320" y="14883"/>
                </a:lnTo>
                <a:lnTo>
                  <a:pt x="10246519" y="14883"/>
                </a:lnTo>
                <a:lnTo>
                  <a:pt x="10246519" y="887611"/>
                </a:lnTo>
                <a:lnTo>
                  <a:pt x="9992320" y="887611"/>
                </a:lnTo>
                <a:lnTo>
                  <a:pt x="9665494" y="408422"/>
                </a:lnTo>
                <a:lnTo>
                  <a:pt x="9665494" y="887611"/>
                </a:lnTo>
                <a:lnTo>
                  <a:pt x="9411891" y="887611"/>
                </a:lnTo>
                <a:close/>
                <a:moveTo>
                  <a:pt x="7925396" y="14883"/>
                </a:moveTo>
                <a:lnTo>
                  <a:pt x="8195667" y="14883"/>
                </a:lnTo>
                <a:lnTo>
                  <a:pt x="8195667" y="887611"/>
                </a:lnTo>
                <a:lnTo>
                  <a:pt x="7925396" y="887611"/>
                </a:lnTo>
                <a:close/>
                <a:moveTo>
                  <a:pt x="6161485" y="14883"/>
                </a:moveTo>
                <a:lnTo>
                  <a:pt x="6884195" y="14883"/>
                </a:lnTo>
                <a:lnTo>
                  <a:pt x="6884195" y="201216"/>
                </a:lnTo>
                <a:lnTo>
                  <a:pt x="6431756" y="201216"/>
                </a:lnTo>
                <a:lnTo>
                  <a:pt x="6431756" y="339924"/>
                </a:lnTo>
                <a:lnTo>
                  <a:pt x="6851452" y="339924"/>
                </a:lnTo>
                <a:lnTo>
                  <a:pt x="6851452" y="517922"/>
                </a:lnTo>
                <a:lnTo>
                  <a:pt x="6431756" y="517922"/>
                </a:lnTo>
                <a:lnTo>
                  <a:pt x="6431756" y="689967"/>
                </a:lnTo>
                <a:lnTo>
                  <a:pt x="6897291" y="689967"/>
                </a:lnTo>
                <a:lnTo>
                  <a:pt x="6897291" y="887611"/>
                </a:lnTo>
                <a:lnTo>
                  <a:pt x="6161485" y="887611"/>
                </a:lnTo>
                <a:close/>
                <a:moveTo>
                  <a:pt x="5213152" y="14883"/>
                </a:moveTo>
                <a:lnTo>
                  <a:pt x="5613798" y="14883"/>
                </a:lnTo>
                <a:cubicBezTo>
                  <a:pt x="5692775" y="14883"/>
                  <a:pt x="5756573" y="25599"/>
                  <a:pt x="5805191" y="47030"/>
                </a:cubicBezTo>
                <a:cubicBezTo>
                  <a:pt x="5853807" y="68461"/>
                  <a:pt x="5893991" y="99219"/>
                  <a:pt x="5925741" y="139303"/>
                </a:cubicBezTo>
                <a:cubicBezTo>
                  <a:pt x="5957491" y="179388"/>
                  <a:pt x="5980510" y="226020"/>
                  <a:pt x="5994798" y="279202"/>
                </a:cubicBezTo>
                <a:cubicBezTo>
                  <a:pt x="6009085" y="332383"/>
                  <a:pt x="6016229" y="388739"/>
                  <a:pt x="6016229" y="448271"/>
                </a:cubicBezTo>
                <a:cubicBezTo>
                  <a:pt x="6016229" y="541536"/>
                  <a:pt x="6005612" y="613867"/>
                  <a:pt x="5984380" y="665262"/>
                </a:cubicBezTo>
                <a:cubicBezTo>
                  <a:pt x="5963147" y="716657"/>
                  <a:pt x="5933679" y="759718"/>
                  <a:pt x="5895976" y="794445"/>
                </a:cubicBezTo>
                <a:cubicBezTo>
                  <a:pt x="5858272" y="829171"/>
                  <a:pt x="5817791" y="852289"/>
                  <a:pt x="5774532" y="863799"/>
                </a:cubicBezTo>
                <a:cubicBezTo>
                  <a:pt x="5715397" y="879674"/>
                  <a:pt x="5661819" y="887611"/>
                  <a:pt x="5613798" y="887611"/>
                </a:cubicBezTo>
                <a:lnTo>
                  <a:pt x="5213152" y="887611"/>
                </a:lnTo>
                <a:close/>
                <a:moveTo>
                  <a:pt x="3879653" y="14883"/>
                </a:moveTo>
                <a:lnTo>
                  <a:pt x="4280297" y="14883"/>
                </a:lnTo>
                <a:cubicBezTo>
                  <a:pt x="4359276" y="14883"/>
                  <a:pt x="4423073" y="25599"/>
                  <a:pt x="4471690" y="47030"/>
                </a:cubicBezTo>
                <a:cubicBezTo>
                  <a:pt x="4520308" y="68461"/>
                  <a:pt x="4560492" y="99219"/>
                  <a:pt x="4592241" y="139303"/>
                </a:cubicBezTo>
                <a:cubicBezTo>
                  <a:pt x="4623991" y="179388"/>
                  <a:pt x="4647010" y="226020"/>
                  <a:pt x="4661297" y="279202"/>
                </a:cubicBezTo>
                <a:cubicBezTo>
                  <a:pt x="4675585" y="332383"/>
                  <a:pt x="4682729" y="388739"/>
                  <a:pt x="4682729" y="448271"/>
                </a:cubicBezTo>
                <a:cubicBezTo>
                  <a:pt x="4682729" y="541536"/>
                  <a:pt x="4672112" y="613867"/>
                  <a:pt x="4650879" y="665262"/>
                </a:cubicBezTo>
                <a:cubicBezTo>
                  <a:pt x="4629647" y="716657"/>
                  <a:pt x="4600179" y="759718"/>
                  <a:pt x="4562476" y="794445"/>
                </a:cubicBezTo>
                <a:cubicBezTo>
                  <a:pt x="4524773" y="829171"/>
                  <a:pt x="4484291" y="852289"/>
                  <a:pt x="4441032" y="863799"/>
                </a:cubicBezTo>
                <a:cubicBezTo>
                  <a:pt x="4381897" y="879674"/>
                  <a:pt x="4328319" y="887611"/>
                  <a:pt x="4280297" y="887611"/>
                </a:cubicBezTo>
                <a:lnTo>
                  <a:pt x="3879653" y="887611"/>
                </a:lnTo>
                <a:close/>
                <a:moveTo>
                  <a:pt x="2858691" y="14883"/>
                </a:moveTo>
                <a:lnTo>
                  <a:pt x="3110508" y="14883"/>
                </a:lnTo>
                <a:lnTo>
                  <a:pt x="3439121" y="497719"/>
                </a:lnTo>
                <a:lnTo>
                  <a:pt x="3439121" y="14883"/>
                </a:lnTo>
                <a:lnTo>
                  <a:pt x="3693319" y="14883"/>
                </a:lnTo>
                <a:lnTo>
                  <a:pt x="3693319" y="887611"/>
                </a:lnTo>
                <a:lnTo>
                  <a:pt x="3439121" y="887611"/>
                </a:lnTo>
                <a:lnTo>
                  <a:pt x="3112294" y="408422"/>
                </a:lnTo>
                <a:lnTo>
                  <a:pt x="3112294" y="887611"/>
                </a:lnTo>
                <a:lnTo>
                  <a:pt x="2858691" y="887611"/>
                </a:lnTo>
                <a:close/>
                <a:moveTo>
                  <a:pt x="2144912" y="14883"/>
                </a:moveTo>
                <a:lnTo>
                  <a:pt x="2439071" y="14883"/>
                </a:lnTo>
                <a:lnTo>
                  <a:pt x="2767013" y="887611"/>
                </a:lnTo>
                <a:lnTo>
                  <a:pt x="2484612" y="887611"/>
                </a:lnTo>
                <a:lnTo>
                  <a:pt x="2440949" y="743546"/>
                </a:lnTo>
                <a:lnTo>
                  <a:pt x="2134783" y="743546"/>
                </a:lnTo>
                <a:lnTo>
                  <a:pt x="2092245" y="887611"/>
                </a:lnTo>
                <a:lnTo>
                  <a:pt x="1816894" y="887611"/>
                </a:lnTo>
                <a:close/>
                <a:moveTo>
                  <a:pt x="955477" y="14883"/>
                </a:moveTo>
                <a:lnTo>
                  <a:pt x="1404938" y="14883"/>
                </a:lnTo>
                <a:cubicBezTo>
                  <a:pt x="1488282" y="14883"/>
                  <a:pt x="1551980" y="22027"/>
                  <a:pt x="1596033" y="36314"/>
                </a:cubicBezTo>
                <a:cubicBezTo>
                  <a:pt x="1640087" y="50602"/>
                  <a:pt x="1675607" y="77093"/>
                  <a:pt x="1702594" y="115788"/>
                </a:cubicBezTo>
                <a:cubicBezTo>
                  <a:pt x="1729582" y="154484"/>
                  <a:pt x="1743076" y="201613"/>
                  <a:pt x="1743076" y="257175"/>
                </a:cubicBezTo>
                <a:cubicBezTo>
                  <a:pt x="1743076" y="305594"/>
                  <a:pt x="1732750" y="347365"/>
                  <a:pt x="1712101" y="382489"/>
                </a:cubicBezTo>
                <a:cubicBezTo>
                  <a:pt x="1691451" y="417612"/>
                  <a:pt x="1663059" y="446088"/>
                  <a:pt x="1626924" y="467916"/>
                </a:cubicBezTo>
                <a:cubicBezTo>
                  <a:pt x="1603893" y="481806"/>
                  <a:pt x="1572323" y="493316"/>
                  <a:pt x="1532214" y="502444"/>
                </a:cubicBezTo>
                <a:cubicBezTo>
                  <a:pt x="1564336" y="513172"/>
                  <a:pt x="1587736" y="523897"/>
                  <a:pt x="1602414" y="534619"/>
                </a:cubicBezTo>
                <a:cubicBezTo>
                  <a:pt x="1612330" y="541769"/>
                  <a:pt x="1626707" y="557062"/>
                  <a:pt x="1645547" y="580500"/>
                </a:cubicBezTo>
                <a:cubicBezTo>
                  <a:pt x="1664386" y="603937"/>
                  <a:pt x="1676978" y="622012"/>
                  <a:pt x="1683321" y="634724"/>
                </a:cubicBezTo>
                <a:lnTo>
                  <a:pt x="1813918" y="887611"/>
                </a:lnTo>
                <a:lnTo>
                  <a:pt x="1509201" y="887611"/>
                </a:lnTo>
                <a:lnTo>
                  <a:pt x="1365052" y="620911"/>
                </a:lnTo>
                <a:cubicBezTo>
                  <a:pt x="1346796" y="586383"/>
                  <a:pt x="1330524" y="563960"/>
                  <a:pt x="1316237" y="553641"/>
                </a:cubicBezTo>
                <a:cubicBezTo>
                  <a:pt x="1296790" y="540147"/>
                  <a:pt x="1274764" y="533400"/>
                  <a:pt x="1250157" y="533400"/>
                </a:cubicBezTo>
                <a:lnTo>
                  <a:pt x="1226344" y="533400"/>
                </a:lnTo>
                <a:lnTo>
                  <a:pt x="1226344" y="887611"/>
                </a:lnTo>
                <a:lnTo>
                  <a:pt x="955477" y="887611"/>
                </a:lnTo>
                <a:close/>
                <a:moveTo>
                  <a:pt x="0" y="14883"/>
                </a:moveTo>
                <a:lnTo>
                  <a:pt x="504825" y="14883"/>
                </a:lnTo>
                <a:cubicBezTo>
                  <a:pt x="588963" y="14883"/>
                  <a:pt x="653554" y="35719"/>
                  <a:pt x="698599" y="77391"/>
                </a:cubicBezTo>
                <a:cubicBezTo>
                  <a:pt x="743645" y="119063"/>
                  <a:pt x="766167" y="170656"/>
                  <a:pt x="766167" y="232172"/>
                </a:cubicBezTo>
                <a:cubicBezTo>
                  <a:pt x="766167" y="283766"/>
                  <a:pt x="750094" y="328017"/>
                  <a:pt x="717947" y="364927"/>
                </a:cubicBezTo>
                <a:cubicBezTo>
                  <a:pt x="696516" y="389533"/>
                  <a:pt x="665163" y="408980"/>
                  <a:pt x="623888" y="423267"/>
                </a:cubicBezTo>
                <a:cubicBezTo>
                  <a:pt x="686594" y="438349"/>
                  <a:pt x="732731" y="464245"/>
                  <a:pt x="762298" y="500956"/>
                </a:cubicBezTo>
                <a:cubicBezTo>
                  <a:pt x="791865" y="537667"/>
                  <a:pt x="806649" y="583803"/>
                  <a:pt x="806649" y="639366"/>
                </a:cubicBezTo>
                <a:cubicBezTo>
                  <a:pt x="806649" y="684610"/>
                  <a:pt x="796132" y="725289"/>
                  <a:pt x="775097" y="761405"/>
                </a:cubicBezTo>
                <a:cubicBezTo>
                  <a:pt x="754063" y="797521"/>
                  <a:pt x="725289" y="826096"/>
                  <a:pt x="688777" y="847130"/>
                </a:cubicBezTo>
                <a:cubicBezTo>
                  <a:pt x="666155" y="860227"/>
                  <a:pt x="632024" y="869752"/>
                  <a:pt x="586383" y="875705"/>
                </a:cubicBezTo>
                <a:cubicBezTo>
                  <a:pt x="525661" y="883642"/>
                  <a:pt x="485378" y="887611"/>
                  <a:pt x="465535" y="887611"/>
                </a:cubicBezTo>
                <a:lnTo>
                  <a:pt x="0" y="887611"/>
                </a:lnTo>
                <a:close/>
                <a:moveTo>
                  <a:pt x="10785872" y="0"/>
                </a:moveTo>
                <a:cubicBezTo>
                  <a:pt x="10897394" y="0"/>
                  <a:pt x="10982425" y="20737"/>
                  <a:pt x="11040963" y="62210"/>
                </a:cubicBezTo>
                <a:cubicBezTo>
                  <a:pt x="11099503" y="103684"/>
                  <a:pt x="11134328" y="169664"/>
                  <a:pt x="11145441" y="260152"/>
                </a:cubicBezTo>
                <a:lnTo>
                  <a:pt x="10891242" y="275035"/>
                </a:lnTo>
                <a:cubicBezTo>
                  <a:pt x="10884496" y="235744"/>
                  <a:pt x="10870307" y="207169"/>
                  <a:pt x="10848677" y="189310"/>
                </a:cubicBezTo>
                <a:cubicBezTo>
                  <a:pt x="10827048" y="171450"/>
                  <a:pt x="10797183" y="162521"/>
                  <a:pt x="10759083" y="162521"/>
                </a:cubicBezTo>
                <a:cubicBezTo>
                  <a:pt x="10727730" y="162521"/>
                  <a:pt x="10704116" y="169168"/>
                  <a:pt x="10688241" y="182463"/>
                </a:cubicBezTo>
                <a:cubicBezTo>
                  <a:pt x="10672366" y="195759"/>
                  <a:pt x="10664428" y="211931"/>
                  <a:pt x="10664428" y="230981"/>
                </a:cubicBezTo>
                <a:cubicBezTo>
                  <a:pt x="10664428" y="244872"/>
                  <a:pt x="10670977" y="257374"/>
                  <a:pt x="10684073" y="268486"/>
                </a:cubicBezTo>
                <a:cubicBezTo>
                  <a:pt x="10696774" y="279996"/>
                  <a:pt x="10726936" y="290711"/>
                  <a:pt x="10774561" y="300633"/>
                </a:cubicBezTo>
                <a:cubicBezTo>
                  <a:pt x="10892433" y="326033"/>
                  <a:pt x="10976868" y="351731"/>
                  <a:pt x="11027866" y="377726"/>
                </a:cubicBezTo>
                <a:cubicBezTo>
                  <a:pt x="11078866" y="403721"/>
                  <a:pt x="11115973" y="435967"/>
                  <a:pt x="11139190" y="474464"/>
                </a:cubicBezTo>
                <a:cubicBezTo>
                  <a:pt x="11162407" y="512961"/>
                  <a:pt x="11174016" y="556022"/>
                  <a:pt x="11174016" y="603647"/>
                </a:cubicBezTo>
                <a:cubicBezTo>
                  <a:pt x="11174016" y="659606"/>
                  <a:pt x="11158537" y="711200"/>
                  <a:pt x="11127581" y="758428"/>
                </a:cubicBezTo>
                <a:cubicBezTo>
                  <a:pt x="11096625" y="805656"/>
                  <a:pt x="11053366" y="841474"/>
                  <a:pt x="10997803" y="865882"/>
                </a:cubicBezTo>
                <a:cubicBezTo>
                  <a:pt x="10942241" y="890290"/>
                  <a:pt x="10872192" y="902494"/>
                  <a:pt x="10787658" y="902494"/>
                </a:cubicBezTo>
                <a:cubicBezTo>
                  <a:pt x="10639227" y="902494"/>
                  <a:pt x="10536436" y="873919"/>
                  <a:pt x="10479286" y="816769"/>
                </a:cubicBezTo>
                <a:cubicBezTo>
                  <a:pt x="10422136" y="759619"/>
                  <a:pt x="10389791" y="686991"/>
                  <a:pt x="10382250" y="598885"/>
                </a:cubicBezTo>
                <a:lnTo>
                  <a:pt x="10638830" y="582811"/>
                </a:lnTo>
                <a:cubicBezTo>
                  <a:pt x="10644386" y="624483"/>
                  <a:pt x="10655697" y="656233"/>
                  <a:pt x="10672762" y="678061"/>
                </a:cubicBezTo>
                <a:cubicBezTo>
                  <a:pt x="10700544" y="713383"/>
                  <a:pt x="10740232" y="731044"/>
                  <a:pt x="10791825" y="731044"/>
                </a:cubicBezTo>
                <a:cubicBezTo>
                  <a:pt x="10830323" y="731044"/>
                  <a:pt x="10859988" y="722015"/>
                  <a:pt x="10880824" y="703957"/>
                </a:cubicBezTo>
                <a:cubicBezTo>
                  <a:pt x="10901660" y="685899"/>
                  <a:pt x="10912078" y="664964"/>
                  <a:pt x="10912078" y="641152"/>
                </a:cubicBezTo>
                <a:cubicBezTo>
                  <a:pt x="10912078" y="618530"/>
                  <a:pt x="10902157" y="598289"/>
                  <a:pt x="10882312" y="580430"/>
                </a:cubicBezTo>
                <a:cubicBezTo>
                  <a:pt x="10862469" y="562571"/>
                  <a:pt x="10816432" y="545703"/>
                  <a:pt x="10744200" y="529828"/>
                </a:cubicBezTo>
                <a:cubicBezTo>
                  <a:pt x="10625932" y="503238"/>
                  <a:pt x="10541596" y="467916"/>
                  <a:pt x="10491192" y="423863"/>
                </a:cubicBezTo>
                <a:cubicBezTo>
                  <a:pt x="10440393" y="379810"/>
                  <a:pt x="10414992" y="323652"/>
                  <a:pt x="10414992" y="255389"/>
                </a:cubicBezTo>
                <a:cubicBezTo>
                  <a:pt x="10414992" y="210542"/>
                  <a:pt x="10427990" y="168176"/>
                  <a:pt x="10453985" y="128290"/>
                </a:cubicBezTo>
                <a:cubicBezTo>
                  <a:pt x="10479981" y="88404"/>
                  <a:pt x="10519073" y="57051"/>
                  <a:pt x="10571262" y="34231"/>
                </a:cubicBezTo>
                <a:cubicBezTo>
                  <a:pt x="10623452" y="11410"/>
                  <a:pt x="10694988" y="0"/>
                  <a:pt x="10785872" y="0"/>
                </a:cubicBezTo>
                <a:close/>
                <a:moveTo>
                  <a:pt x="8827889" y="0"/>
                </a:moveTo>
                <a:cubicBezTo>
                  <a:pt x="8924330" y="0"/>
                  <a:pt x="8996462" y="8731"/>
                  <a:pt x="9044285" y="26194"/>
                </a:cubicBezTo>
                <a:cubicBezTo>
                  <a:pt x="9092109" y="43656"/>
                  <a:pt x="9131796" y="70743"/>
                  <a:pt x="9163348" y="107454"/>
                </a:cubicBezTo>
                <a:cubicBezTo>
                  <a:pt x="9194899" y="144165"/>
                  <a:pt x="9218613" y="190699"/>
                  <a:pt x="9234487" y="247055"/>
                </a:cubicBezTo>
                <a:lnTo>
                  <a:pt x="8974336" y="293489"/>
                </a:lnTo>
                <a:cubicBezTo>
                  <a:pt x="8963620" y="260549"/>
                  <a:pt x="8945463" y="235347"/>
                  <a:pt x="8919865" y="217885"/>
                </a:cubicBezTo>
                <a:cubicBezTo>
                  <a:pt x="8894266" y="200422"/>
                  <a:pt x="8861624" y="191691"/>
                  <a:pt x="8821936" y="191691"/>
                </a:cubicBezTo>
                <a:cubicBezTo>
                  <a:pt x="8762802" y="191691"/>
                  <a:pt x="8715673" y="212229"/>
                  <a:pt x="8680549" y="253306"/>
                </a:cubicBezTo>
                <a:cubicBezTo>
                  <a:pt x="8645426" y="294382"/>
                  <a:pt x="8627864" y="359371"/>
                  <a:pt x="8627864" y="448271"/>
                </a:cubicBezTo>
                <a:cubicBezTo>
                  <a:pt x="8627864" y="542727"/>
                  <a:pt x="8645625" y="610196"/>
                  <a:pt x="8681144" y="650677"/>
                </a:cubicBezTo>
                <a:cubicBezTo>
                  <a:pt x="8716665" y="691158"/>
                  <a:pt x="8766175" y="711399"/>
                  <a:pt x="8829675" y="711399"/>
                </a:cubicBezTo>
                <a:cubicBezTo>
                  <a:pt x="8859838" y="711399"/>
                  <a:pt x="8888611" y="707033"/>
                  <a:pt x="8915995" y="698302"/>
                </a:cubicBezTo>
                <a:cubicBezTo>
                  <a:pt x="8943380" y="689571"/>
                  <a:pt x="8974733" y="674688"/>
                  <a:pt x="9010055" y="653653"/>
                </a:cubicBezTo>
                <a:lnTo>
                  <a:pt x="9010055" y="571500"/>
                </a:lnTo>
                <a:lnTo>
                  <a:pt x="8829675" y="571500"/>
                </a:lnTo>
                <a:lnTo>
                  <a:pt x="8829675" y="389930"/>
                </a:lnTo>
                <a:lnTo>
                  <a:pt x="9246394" y="389930"/>
                </a:lnTo>
                <a:lnTo>
                  <a:pt x="9246394" y="762000"/>
                </a:lnTo>
                <a:cubicBezTo>
                  <a:pt x="9166622" y="816372"/>
                  <a:pt x="9096077" y="853381"/>
                  <a:pt x="9034760" y="873026"/>
                </a:cubicBezTo>
                <a:cubicBezTo>
                  <a:pt x="8973443" y="892671"/>
                  <a:pt x="8900716" y="902494"/>
                  <a:pt x="8816578" y="902494"/>
                </a:cubicBezTo>
                <a:cubicBezTo>
                  <a:pt x="8712994" y="902494"/>
                  <a:pt x="8628559" y="884833"/>
                  <a:pt x="8563273" y="849511"/>
                </a:cubicBezTo>
                <a:cubicBezTo>
                  <a:pt x="8497987" y="814189"/>
                  <a:pt x="8447385" y="761603"/>
                  <a:pt x="8411468" y="691753"/>
                </a:cubicBezTo>
                <a:cubicBezTo>
                  <a:pt x="8375551" y="621903"/>
                  <a:pt x="8357592" y="541735"/>
                  <a:pt x="8357592" y="451247"/>
                </a:cubicBezTo>
                <a:cubicBezTo>
                  <a:pt x="8357592" y="355997"/>
                  <a:pt x="8377237" y="273149"/>
                  <a:pt x="8416528" y="202704"/>
                </a:cubicBezTo>
                <a:cubicBezTo>
                  <a:pt x="8455819" y="132259"/>
                  <a:pt x="8513366" y="78780"/>
                  <a:pt x="8589169" y="42267"/>
                </a:cubicBezTo>
                <a:cubicBezTo>
                  <a:pt x="8648303" y="14089"/>
                  <a:pt x="8727877" y="0"/>
                  <a:pt x="8827889" y="0"/>
                </a:cubicBezTo>
                <a:close/>
                <a:moveTo>
                  <a:pt x="7394973" y="0"/>
                </a:moveTo>
                <a:cubicBezTo>
                  <a:pt x="7506494" y="0"/>
                  <a:pt x="7591525" y="20737"/>
                  <a:pt x="7650063" y="62210"/>
                </a:cubicBezTo>
                <a:cubicBezTo>
                  <a:pt x="7708603" y="103684"/>
                  <a:pt x="7743429" y="169664"/>
                  <a:pt x="7754540" y="260152"/>
                </a:cubicBezTo>
                <a:lnTo>
                  <a:pt x="7500343" y="275035"/>
                </a:lnTo>
                <a:cubicBezTo>
                  <a:pt x="7493596" y="235744"/>
                  <a:pt x="7479407" y="207169"/>
                  <a:pt x="7457778" y="189310"/>
                </a:cubicBezTo>
                <a:cubicBezTo>
                  <a:pt x="7436148" y="171450"/>
                  <a:pt x="7406283" y="162521"/>
                  <a:pt x="7368184" y="162521"/>
                </a:cubicBezTo>
                <a:cubicBezTo>
                  <a:pt x="7336830" y="162521"/>
                  <a:pt x="7313216" y="169168"/>
                  <a:pt x="7297340" y="182463"/>
                </a:cubicBezTo>
                <a:cubicBezTo>
                  <a:pt x="7281466" y="195759"/>
                  <a:pt x="7273528" y="211931"/>
                  <a:pt x="7273528" y="230981"/>
                </a:cubicBezTo>
                <a:cubicBezTo>
                  <a:pt x="7273528" y="244872"/>
                  <a:pt x="7280077" y="257374"/>
                  <a:pt x="7293174" y="268486"/>
                </a:cubicBezTo>
                <a:cubicBezTo>
                  <a:pt x="7305874" y="279996"/>
                  <a:pt x="7336036" y="290711"/>
                  <a:pt x="7383662" y="300633"/>
                </a:cubicBezTo>
                <a:cubicBezTo>
                  <a:pt x="7501533" y="326033"/>
                  <a:pt x="7585968" y="351731"/>
                  <a:pt x="7636967" y="377726"/>
                </a:cubicBezTo>
                <a:cubicBezTo>
                  <a:pt x="7687965" y="403721"/>
                  <a:pt x="7725073" y="435967"/>
                  <a:pt x="7748290" y="474464"/>
                </a:cubicBezTo>
                <a:cubicBezTo>
                  <a:pt x="7771507" y="512961"/>
                  <a:pt x="7783115" y="556022"/>
                  <a:pt x="7783115" y="603647"/>
                </a:cubicBezTo>
                <a:cubicBezTo>
                  <a:pt x="7783115" y="659606"/>
                  <a:pt x="7767637" y="711200"/>
                  <a:pt x="7736681" y="758428"/>
                </a:cubicBezTo>
                <a:cubicBezTo>
                  <a:pt x="7705725" y="805656"/>
                  <a:pt x="7662466" y="841474"/>
                  <a:pt x="7606903" y="865882"/>
                </a:cubicBezTo>
                <a:cubicBezTo>
                  <a:pt x="7551341" y="890290"/>
                  <a:pt x="7481292" y="902494"/>
                  <a:pt x="7396758" y="902494"/>
                </a:cubicBezTo>
                <a:cubicBezTo>
                  <a:pt x="7248327" y="902494"/>
                  <a:pt x="7145536" y="873919"/>
                  <a:pt x="7088387" y="816769"/>
                </a:cubicBezTo>
                <a:cubicBezTo>
                  <a:pt x="7031236" y="759619"/>
                  <a:pt x="6998891" y="686991"/>
                  <a:pt x="6991350" y="598885"/>
                </a:cubicBezTo>
                <a:lnTo>
                  <a:pt x="7247930" y="582811"/>
                </a:lnTo>
                <a:cubicBezTo>
                  <a:pt x="7253487" y="624483"/>
                  <a:pt x="7264797" y="656233"/>
                  <a:pt x="7281863" y="678061"/>
                </a:cubicBezTo>
                <a:cubicBezTo>
                  <a:pt x="7309644" y="713383"/>
                  <a:pt x="7349332" y="731044"/>
                  <a:pt x="7400926" y="731044"/>
                </a:cubicBezTo>
                <a:cubicBezTo>
                  <a:pt x="7439422" y="731044"/>
                  <a:pt x="7469089" y="722015"/>
                  <a:pt x="7489924" y="703957"/>
                </a:cubicBezTo>
                <a:cubicBezTo>
                  <a:pt x="7510760" y="685899"/>
                  <a:pt x="7521178" y="664964"/>
                  <a:pt x="7521178" y="641152"/>
                </a:cubicBezTo>
                <a:cubicBezTo>
                  <a:pt x="7521178" y="618530"/>
                  <a:pt x="7511257" y="598289"/>
                  <a:pt x="7491413" y="580430"/>
                </a:cubicBezTo>
                <a:cubicBezTo>
                  <a:pt x="7471569" y="562571"/>
                  <a:pt x="7425532" y="545703"/>
                  <a:pt x="7353300" y="529828"/>
                </a:cubicBezTo>
                <a:cubicBezTo>
                  <a:pt x="7235032" y="503238"/>
                  <a:pt x="7150696" y="467916"/>
                  <a:pt x="7100292" y="423863"/>
                </a:cubicBezTo>
                <a:cubicBezTo>
                  <a:pt x="7049493" y="379810"/>
                  <a:pt x="7024092" y="323652"/>
                  <a:pt x="7024092" y="255389"/>
                </a:cubicBezTo>
                <a:cubicBezTo>
                  <a:pt x="7024092" y="210542"/>
                  <a:pt x="7037090" y="168176"/>
                  <a:pt x="7063086" y="128290"/>
                </a:cubicBezTo>
                <a:cubicBezTo>
                  <a:pt x="7089081" y="88404"/>
                  <a:pt x="7128173" y="57051"/>
                  <a:pt x="7180362" y="34231"/>
                </a:cubicBezTo>
                <a:cubicBezTo>
                  <a:pt x="7232551" y="11410"/>
                  <a:pt x="7304088" y="0"/>
                  <a:pt x="7394973" y="0"/>
                </a:cubicBezTo>
                <a:close/>
              </a:path>
            </a:pathLst>
          </a:custGeom>
          <a:noFill/>
          <a:ln>
            <a:solidFill>
              <a:schemeClr val="bg1">
                <a:alpha val="10000"/>
              </a:schemeClr>
            </a:solidFill>
          </a:ln>
          <a:effectLst>
            <a:reflection blurRad="279400" stA="50000" endA="300" endPos="90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CF261E0-63EE-1C02-09AD-17F3F87474C5}"/>
              </a:ext>
            </a:extLst>
          </p:cNvPr>
          <p:cNvSpPr/>
          <p:nvPr/>
        </p:nvSpPr>
        <p:spPr>
          <a:xfrm>
            <a:off x="457201" y="2441448"/>
            <a:ext cx="11277598" cy="1968500"/>
          </a:xfrm>
          <a:custGeom>
            <a:avLst/>
            <a:gdLst/>
            <a:ahLst/>
            <a:cxnLst/>
            <a:rect l="l" t="t" r="r" b="b"/>
            <a:pathLst>
              <a:path w="11174016" h="902494">
                <a:moveTo>
                  <a:pt x="272058" y="523280"/>
                </a:moveTo>
                <a:lnTo>
                  <a:pt x="272058" y="700088"/>
                </a:lnTo>
                <a:lnTo>
                  <a:pt x="409575" y="700088"/>
                </a:lnTo>
                <a:cubicBezTo>
                  <a:pt x="456010" y="700088"/>
                  <a:pt x="488752" y="691853"/>
                  <a:pt x="507802" y="675382"/>
                </a:cubicBezTo>
                <a:cubicBezTo>
                  <a:pt x="526852" y="658912"/>
                  <a:pt x="536377" y="636786"/>
                  <a:pt x="536377" y="609005"/>
                </a:cubicBezTo>
                <a:cubicBezTo>
                  <a:pt x="536377" y="583208"/>
                  <a:pt x="526951" y="562471"/>
                  <a:pt x="508100" y="546795"/>
                </a:cubicBezTo>
                <a:cubicBezTo>
                  <a:pt x="489248" y="531118"/>
                  <a:pt x="456208" y="523280"/>
                  <a:pt x="408980" y="523280"/>
                </a:cubicBezTo>
                <a:close/>
                <a:moveTo>
                  <a:pt x="2288680" y="241102"/>
                </a:moveTo>
                <a:lnTo>
                  <a:pt x="2193356" y="554831"/>
                </a:lnTo>
                <a:lnTo>
                  <a:pt x="2385009" y="554831"/>
                </a:lnTo>
                <a:close/>
                <a:moveTo>
                  <a:pt x="5482829" y="212527"/>
                </a:moveTo>
                <a:lnTo>
                  <a:pt x="5482829" y="689372"/>
                </a:lnTo>
                <a:lnTo>
                  <a:pt x="5548909" y="689372"/>
                </a:lnTo>
                <a:cubicBezTo>
                  <a:pt x="5605264" y="689372"/>
                  <a:pt x="5645349" y="683121"/>
                  <a:pt x="5669162" y="670620"/>
                </a:cubicBezTo>
                <a:cubicBezTo>
                  <a:pt x="5692974" y="658118"/>
                  <a:pt x="5711627" y="636290"/>
                  <a:pt x="5725121" y="605135"/>
                </a:cubicBezTo>
                <a:cubicBezTo>
                  <a:pt x="5738614" y="573981"/>
                  <a:pt x="5745362" y="523478"/>
                  <a:pt x="5745362" y="453628"/>
                </a:cubicBezTo>
                <a:cubicBezTo>
                  <a:pt x="5745362" y="361157"/>
                  <a:pt x="5730280" y="297855"/>
                  <a:pt x="5700118" y="263724"/>
                </a:cubicBezTo>
                <a:cubicBezTo>
                  <a:pt x="5669955" y="229592"/>
                  <a:pt x="5619949" y="212527"/>
                  <a:pt x="5550099" y="212527"/>
                </a:cubicBezTo>
                <a:close/>
                <a:moveTo>
                  <a:pt x="4149329" y="212527"/>
                </a:moveTo>
                <a:lnTo>
                  <a:pt x="4149329" y="689372"/>
                </a:lnTo>
                <a:lnTo>
                  <a:pt x="4215408" y="689372"/>
                </a:lnTo>
                <a:cubicBezTo>
                  <a:pt x="4271765" y="689372"/>
                  <a:pt x="4311849" y="683121"/>
                  <a:pt x="4335662" y="670620"/>
                </a:cubicBezTo>
                <a:cubicBezTo>
                  <a:pt x="4359474" y="658118"/>
                  <a:pt x="4378127" y="636290"/>
                  <a:pt x="4391621" y="605135"/>
                </a:cubicBezTo>
                <a:cubicBezTo>
                  <a:pt x="4405114" y="573981"/>
                  <a:pt x="4411861" y="523478"/>
                  <a:pt x="4411861" y="453628"/>
                </a:cubicBezTo>
                <a:cubicBezTo>
                  <a:pt x="4411861" y="361156"/>
                  <a:pt x="4396780" y="297855"/>
                  <a:pt x="4366618" y="263724"/>
                </a:cubicBezTo>
                <a:cubicBezTo>
                  <a:pt x="4336455" y="229592"/>
                  <a:pt x="4286449" y="212527"/>
                  <a:pt x="4216599" y="212527"/>
                </a:cubicBezTo>
                <a:close/>
                <a:moveTo>
                  <a:pt x="272058" y="191691"/>
                </a:moveTo>
                <a:lnTo>
                  <a:pt x="272058" y="357188"/>
                </a:lnTo>
                <a:lnTo>
                  <a:pt x="389335" y="357188"/>
                </a:lnTo>
                <a:cubicBezTo>
                  <a:pt x="431403" y="357188"/>
                  <a:pt x="460673" y="349945"/>
                  <a:pt x="477143" y="335459"/>
                </a:cubicBezTo>
                <a:cubicBezTo>
                  <a:pt x="493614" y="320973"/>
                  <a:pt x="501849" y="300038"/>
                  <a:pt x="501849" y="272653"/>
                </a:cubicBezTo>
                <a:cubicBezTo>
                  <a:pt x="501849" y="247253"/>
                  <a:pt x="493614" y="227410"/>
                  <a:pt x="477143" y="213122"/>
                </a:cubicBezTo>
                <a:cubicBezTo>
                  <a:pt x="460673" y="198835"/>
                  <a:pt x="431999" y="191691"/>
                  <a:pt x="391121" y="191691"/>
                </a:cubicBezTo>
                <a:close/>
                <a:moveTo>
                  <a:pt x="1226344" y="191096"/>
                </a:moveTo>
                <a:lnTo>
                  <a:pt x="1226344" y="368499"/>
                </a:lnTo>
                <a:lnTo>
                  <a:pt x="1340049" y="368499"/>
                </a:lnTo>
                <a:cubicBezTo>
                  <a:pt x="1352352" y="368499"/>
                  <a:pt x="1376165" y="364530"/>
                  <a:pt x="1411486" y="356592"/>
                </a:cubicBezTo>
                <a:cubicBezTo>
                  <a:pt x="1429347" y="353021"/>
                  <a:pt x="1443931" y="343892"/>
                  <a:pt x="1455242" y="329208"/>
                </a:cubicBezTo>
                <a:cubicBezTo>
                  <a:pt x="1466553" y="314524"/>
                  <a:pt x="1472208" y="297656"/>
                  <a:pt x="1472208" y="278606"/>
                </a:cubicBezTo>
                <a:cubicBezTo>
                  <a:pt x="1472208" y="250428"/>
                  <a:pt x="1463279" y="228799"/>
                  <a:pt x="1445419" y="213717"/>
                </a:cubicBezTo>
                <a:cubicBezTo>
                  <a:pt x="1427560" y="198636"/>
                  <a:pt x="1394024" y="191096"/>
                  <a:pt x="1344811" y="191096"/>
                </a:cubicBezTo>
                <a:close/>
                <a:moveTo>
                  <a:pt x="9411891" y="14883"/>
                </a:moveTo>
                <a:lnTo>
                  <a:pt x="9663708" y="14883"/>
                </a:lnTo>
                <a:lnTo>
                  <a:pt x="9992320" y="497719"/>
                </a:lnTo>
                <a:lnTo>
                  <a:pt x="9992320" y="14883"/>
                </a:lnTo>
                <a:lnTo>
                  <a:pt x="10246519" y="14883"/>
                </a:lnTo>
                <a:lnTo>
                  <a:pt x="10246519" y="887611"/>
                </a:lnTo>
                <a:lnTo>
                  <a:pt x="9992320" y="887611"/>
                </a:lnTo>
                <a:lnTo>
                  <a:pt x="9665494" y="408422"/>
                </a:lnTo>
                <a:lnTo>
                  <a:pt x="9665494" y="887611"/>
                </a:lnTo>
                <a:lnTo>
                  <a:pt x="9411891" y="887611"/>
                </a:lnTo>
                <a:close/>
                <a:moveTo>
                  <a:pt x="7925396" y="14883"/>
                </a:moveTo>
                <a:lnTo>
                  <a:pt x="8195667" y="14883"/>
                </a:lnTo>
                <a:lnTo>
                  <a:pt x="8195667" y="887611"/>
                </a:lnTo>
                <a:lnTo>
                  <a:pt x="7925396" y="887611"/>
                </a:lnTo>
                <a:close/>
                <a:moveTo>
                  <a:pt x="6161485" y="14883"/>
                </a:moveTo>
                <a:lnTo>
                  <a:pt x="6884195" y="14883"/>
                </a:lnTo>
                <a:lnTo>
                  <a:pt x="6884195" y="201216"/>
                </a:lnTo>
                <a:lnTo>
                  <a:pt x="6431756" y="201216"/>
                </a:lnTo>
                <a:lnTo>
                  <a:pt x="6431756" y="339924"/>
                </a:lnTo>
                <a:lnTo>
                  <a:pt x="6851452" y="339924"/>
                </a:lnTo>
                <a:lnTo>
                  <a:pt x="6851452" y="517922"/>
                </a:lnTo>
                <a:lnTo>
                  <a:pt x="6431756" y="517922"/>
                </a:lnTo>
                <a:lnTo>
                  <a:pt x="6431756" y="689967"/>
                </a:lnTo>
                <a:lnTo>
                  <a:pt x="6897291" y="689967"/>
                </a:lnTo>
                <a:lnTo>
                  <a:pt x="6897291" y="887611"/>
                </a:lnTo>
                <a:lnTo>
                  <a:pt x="6161485" y="887611"/>
                </a:lnTo>
                <a:close/>
                <a:moveTo>
                  <a:pt x="5213152" y="14883"/>
                </a:moveTo>
                <a:lnTo>
                  <a:pt x="5613798" y="14883"/>
                </a:lnTo>
                <a:cubicBezTo>
                  <a:pt x="5692775" y="14883"/>
                  <a:pt x="5756573" y="25599"/>
                  <a:pt x="5805191" y="47030"/>
                </a:cubicBezTo>
                <a:cubicBezTo>
                  <a:pt x="5853807" y="68461"/>
                  <a:pt x="5893991" y="99219"/>
                  <a:pt x="5925741" y="139303"/>
                </a:cubicBezTo>
                <a:cubicBezTo>
                  <a:pt x="5957491" y="179388"/>
                  <a:pt x="5980510" y="226020"/>
                  <a:pt x="5994798" y="279202"/>
                </a:cubicBezTo>
                <a:cubicBezTo>
                  <a:pt x="6009085" y="332383"/>
                  <a:pt x="6016229" y="388739"/>
                  <a:pt x="6016229" y="448271"/>
                </a:cubicBezTo>
                <a:cubicBezTo>
                  <a:pt x="6016229" y="541536"/>
                  <a:pt x="6005612" y="613867"/>
                  <a:pt x="5984380" y="665262"/>
                </a:cubicBezTo>
                <a:cubicBezTo>
                  <a:pt x="5963147" y="716657"/>
                  <a:pt x="5933679" y="759718"/>
                  <a:pt x="5895976" y="794445"/>
                </a:cubicBezTo>
                <a:cubicBezTo>
                  <a:pt x="5858272" y="829171"/>
                  <a:pt x="5817791" y="852289"/>
                  <a:pt x="5774532" y="863799"/>
                </a:cubicBezTo>
                <a:cubicBezTo>
                  <a:pt x="5715397" y="879674"/>
                  <a:pt x="5661819" y="887611"/>
                  <a:pt x="5613798" y="887611"/>
                </a:cubicBezTo>
                <a:lnTo>
                  <a:pt x="5213152" y="887611"/>
                </a:lnTo>
                <a:close/>
                <a:moveTo>
                  <a:pt x="3879653" y="14883"/>
                </a:moveTo>
                <a:lnTo>
                  <a:pt x="4280297" y="14883"/>
                </a:lnTo>
                <a:cubicBezTo>
                  <a:pt x="4359276" y="14883"/>
                  <a:pt x="4423073" y="25599"/>
                  <a:pt x="4471690" y="47030"/>
                </a:cubicBezTo>
                <a:cubicBezTo>
                  <a:pt x="4520308" y="68461"/>
                  <a:pt x="4560492" y="99219"/>
                  <a:pt x="4592241" y="139303"/>
                </a:cubicBezTo>
                <a:cubicBezTo>
                  <a:pt x="4623991" y="179388"/>
                  <a:pt x="4647010" y="226020"/>
                  <a:pt x="4661297" y="279202"/>
                </a:cubicBezTo>
                <a:cubicBezTo>
                  <a:pt x="4675585" y="332383"/>
                  <a:pt x="4682729" y="388739"/>
                  <a:pt x="4682729" y="448271"/>
                </a:cubicBezTo>
                <a:cubicBezTo>
                  <a:pt x="4682729" y="541536"/>
                  <a:pt x="4672112" y="613867"/>
                  <a:pt x="4650879" y="665262"/>
                </a:cubicBezTo>
                <a:cubicBezTo>
                  <a:pt x="4629647" y="716657"/>
                  <a:pt x="4600179" y="759718"/>
                  <a:pt x="4562476" y="794445"/>
                </a:cubicBezTo>
                <a:cubicBezTo>
                  <a:pt x="4524773" y="829171"/>
                  <a:pt x="4484291" y="852289"/>
                  <a:pt x="4441032" y="863799"/>
                </a:cubicBezTo>
                <a:cubicBezTo>
                  <a:pt x="4381897" y="879674"/>
                  <a:pt x="4328319" y="887611"/>
                  <a:pt x="4280297" y="887611"/>
                </a:cubicBezTo>
                <a:lnTo>
                  <a:pt x="3879653" y="887611"/>
                </a:lnTo>
                <a:close/>
                <a:moveTo>
                  <a:pt x="2858691" y="14883"/>
                </a:moveTo>
                <a:lnTo>
                  <a:pt x="3110508" y="14883"/>
                </a:lnTo>
                <a:lnTo>
                  <a:pt x="3439121" y="497719"/>
                </a:lnTo>
                <a:lnTo>
                  <a:pt x="3439121" y="14883"/>
                </a:lnTo>
                <a:lnTo>
                  <a:pt x="3693319" y="14883"/>
                </a:lnTo>
                <a:lnTo>
                  <a:pt x="3693319" y="887611"/>
                </a:lnTo>
                <a:lnTo>
                  <a:pt x="3439121" y="887611"/>
                </a:lnTo>
                <a:lnTo>
                  <a:pt x="3112294" y="408422"/>
                </a:lnTo>
                <a:lnTo>
                  <a:pt x="3112294" y="887611"/>
                </a:lnTo>
                <a:lnTo>
                  <a:pt x="2858691" y="887611"/>
                </a:lnTo>
                <a:close/>
                <a:moveTo>
                  <a:pt x="2144912" y="14883"/>
                </a:moveTo>
                <a:lnTo>
                  <a:pt x="2439071" y="14883"/>
                </a:lnTo>
                <a:lnTo>
                  <a:pt x="2767013" y="887611"/>
                </a:lnTo>
                <a:lnTo>
                  <a:pt x="2484612" y="887611"/>
                </a:lnTo>
                <a:lnTo>
                  <a:pt x="2440949" y="743546"/>
                </a:lnTo>
                <a:lnTo>
                  <a:pt x="2134783" y="743546"/>
                </a:lnTo>
                <a:lnTo>
                  <a:pt x="2092245" y="887611"/>
                </a:lnTo>
                <a:lnTo>
                  <a:pt x="1816894" y="887611"/>
                </a:lnTo>
                <a:close/>
                <a:moveTo>
                  <a:pt x="955477" y="14883"/>
                </a:moveTo>
                <a:lnTo>
                  <a:pt x="1404938" y="14883"/>
                </a:lnTo>
                <a:cubicBezTo>
                  <a:pt x="1488282" y="14883"/>
                  <a:pt x="1551980" y="22027"/>
                  <a:pt x="1596033" y="36314"/>
                </a:cubicBezTo>
                <a:cubicBezTo>
                  <a:pt x="1640087" y="50602"/>
                  <a:pt x="1675607" y="77093"/>
                  <a:pt x="1702594" y="115788"/>
                </a:cubicBezTo>
                <a:cubicBezTo>
                  <a:pt x="1729582" y="154484"/>
                  <a:pt x="1743076" y="201613"/>
                  <a:pt x="1743076" y="257175"/>
                </a:cubicBezTo>
                <a:cubicBezTo>
                  <a:pt x="1743076" y="305594"/>
                  <a:pt x="1732750" y="347365"/>
                  <a:pt x="1712101" y="382489"/>
                </a:cubicBezTo>
                <a:cubicBezTo>
                  <a:pt x="1691451" y="417612"/>
                  <a:pt x="1663059" y="446088"/>
                  <a:pt x="1626924" y="467916"/>
                </a:cubicBezTo>
                <a:cubicBezTo>
                  <a:pt x="1603893" y="481806"/>
                  <a:pt x="1572323" y="493316"/>
                  <a:pt x="1532214" y="502444"/>
                </a:cubicBezTo>
                <a:cubicBezTo>
                  <a:pt x="1564336" y="513172"/>
                  <a:pt x="1587736" y="523897"/>
                  <a:pt x="1602414" y="534619"/>
                </a:cubicBezTo>
                <a:cubicBezTo>
                  <a:pt x="1612330" y="541769"/>
                  <a:pt x="1626707" y="557062"/>
                  <a:pt x="1645547" y="580500"/>
                </a:cubicBezTo>
                <a:cubicBezTo>
                  <a:pt x="1664386" y="603937"/>
                  <a:pt x="1676978" y="622012"/>
                  <a:pt x="1683321" y="634724"/>
                </a:cubicBezTo>
                <a:lnTo>
                  <a:pt x="1813918" y="887611"/>
                </a:lnTo>
                <a:lnTo>
                  <a:pt x="1509201" y="887611"/>
                </a:lnTo>
                <a:lnTo>
                  <a:pt x="1365052" y="620911"/>
                </a:lnTo>
                <a:cubicBezTo>
                  <a:pt x="1346796" y="586383"/>
                  <a:pt x="1330524" y="563960"/>
                  <a:pt x="1316237" y="553641"/>
                </a:cubicBezTo>
                <a:cubicBezTo>
                  <a:pt x="1296790" y="540147"/>
                  <a:pt x="1274764" y="533400"/>
                  <a:pt x="1250157" y="533400"/>
                </a:cubicBezTo>
                <a:lnTo>
                  <a:pt x="1226344" y="533400"/>
                </a:lnTo>
                <a:lnTo>
                  <a:pt x="1226344" y="887611"/>
                </a:lnTo>
                <a:lnTo>
                  <a:pt x="955477" y="887611"/>
                </a:lnTo>
                <a:close/>
                <a:moveTo>
                  <a:pt x="0" y="14883"/>
                </a:moveTo>
                <a:lnTo>
                  <a:pt x="504825" y="14883"/>
                </a:lnTo>
                <a:cubicBezTo>
                  <a:pt x="588963" y="14883"/>
                  <a:pt x="653554" y="35719"/>
                  <a:pt x="698599" y="77391"/>
                </a:cubicBezTo>
                <a:cubicBezTo>
                  <a:pt x="743645" y="119063"/>
                  <a:pt x="766167" y="170656"/>
                  <a:pt x="766167" y="232172"/>
                </a:cubicBezTo>
                <a:cubicBezTo>
                  <a:pt x="766167" y="283766"/>
                  <a:pt x="750094" y="328017"/>
                  <a:pt x="717947" y="364927"/>
                </a:cubicBezTo>
                <a:cubicBezTo>
                  <a:pt x="696516" y="389533"/>
                  <a:pt x="665163" y="408980"/>
                  <a:pt x="623888" y="423267"/>
                </a:cubicBezTo>
                <a:cubicBezTo>
                  <a:pt x="686594" y="438349"/>
                  <a:pt x="732731" y="464245"/>
                  <a:pt x="762298" y="500956"/>
                </a:cubicBezTo>
                <a:cubicBezTo>
                  <a:pt x="791865" y="537667"/>
                  <a:pt x="806649" y="583803"/>
                  <a:pt x="806649" y="639366"/>
                </a:cubicBezTo>
                <a:cubicBezTo>
                  <a:pt x="806649" y="684610"/>
                  <a:pt x="796132" y="725289"/>
                  <a:pt x="775097" y="761405"/>
                </a:cubicBezTo>
                <a:cubicBezTo>
                  <a:pt x="754063" y="797521"/>
                  <a:pt x="725289" y="826096"/>
                  <a:pt x="688777" y="847130"/>
                </a:cubicBezTo>
                <a:cubicBezTo>
                  <a:pt x="666155" y="860227"/>
                  <a:pt x="632024" y="869752"/>
                  <a:pt x="586383" y="875705"/>
                </a:cubicBezTo>
                <a:cubicBezTo>
                  <a:pt x="525661" y="883642"/>
                  <a:pt x="485378" y="887611"/>
                  <a:pt x="465535" y="887611"/>
                </a:cubicBezTo>
                <a:lnTo>
                  <a:pt x="0" y="887611"/>
                </a:lnTo>
                <a:close/>
                <a:moveTo>
                  <a:pt x="10785872" y="0"/>
                </a:moveTo>
                <a:cubicBezTo>
                  <a:pt x="10897394" y="0"/>
                  <a:pt x="10982425" y="20737"/>
                  <a:pt x="11040963" y="62210"/>
                </a:cubicBezTo>
                <a:cubicBezTo>
                  <a:pt x="11099503" y="103684"/>
                  <a:pt x="11134328" y="169664"/>
                  <a:pt x="11145441" y="260152"/>
                </a:cubicBezTo>
                <a:lnTo>
                  <a:pt x="10891242" y="275035"/>
                </a:lnTo>
                <a:cubicBezTo>
                  <a:pt x="10884496" y="235744"/>
                  <a:pt x="10870307" y="207169"/>
                  <a:pt x="10848677" y="189310"/>
                </a:cubicBezTo>
                <a:cubicBezTo>
                  <a:pt x="10827048" y="171450"/>
                  <a:pt x="10797183" y="162521"/>
                  <a:pt x="10759083" y="162521"/>
                </a:cubicBezTo>
                <a:cubicBezTo>
                  <a:pt x="10727730" y="162521"/>
                  <a:pt x="10704116" y="169168"/>
                  <a:pt x="10688241" y="182463"/>
                </a:cubicBezTo>
                <a:cubicBezTo>
                  <a:pt x="10672366" y="195759"/>
                  <a:pt x="10664428" y="211931"/>
                  <a:pt x="10664428" y="230981"/>
                </a:cubicBezTo>
                <a:cubicBezTo>
                  <a:pt x="10664428" y="244872"/>
                  <a:pt x="10670977" y="257374"/>
                  <a:pt x="10684073" y="268486"/>
                </a:cubicBezTo>
                <a:cubicBezTo>
                  <a:pt x="10696774" y="279996"/>
                  <a:pt x="10726936" y="290711"/>
                  <a:pt x="10774561" y="300633"/>
                </a:cubicBezTo>
                <a:cubicBezTo>
                  <a:pt x="10892433" y="326033"/>
                  <a:pt x="10976868" y="351731"/>
                  <a:pt x="11027866" y="377726"/>
                </a:cubicBezTo>
                <a:cubicBezTo>
                  <a:pt x="11078866" y="403721"/>
                  <a:pt x="11115973" y="435967"/>
                  <a:pt x="11139190" y="474464"/>
                </a:cubicBezTo>
                <a:cubicBezTo>
                  <a:pt x="11162407" y="512961"/>
                  <a:pt x="11174016" y="556022"/>
                  <a:pt x="11174016" y="603647"/>
                </a:cubicBezTo>
                <a:cubicBezTo>
                  <a:pt x="11174016" y="659606"/>
                  <a:pt x="11158537" y="711200"/>
                  <a:pt x="11127581" y="758428"/>
                </a:cubicBezTo>
                <a:cubicBezTo>
                  <a:pt x="11096625" y="805656"/>
                  <a:pt x="11053366" y="841474"/>
                  <a:pt x="10997803" y="865882"/>
                </a:cubicBezTo>
                <a:cubicBezTo>
                  <a:pt x="10942241" y="890290"/>
                  <a:pt x="10872192" y="902494"/>
                  <a:pt x="10787658" y="902494"/>
                </a:cubicBezTo>
                <a:cubicBezTo>
                  <a:pt x="10639227" y="902494"/>
                  <a:pt x="10536436" y="873919"/>
                  <a:pt x="10479286" y="816769"/>
                </a:cubicBezTo>
                <a:cubicBezTo>
                  <a:pt x="10422136" y="759619"/>
                  <a:pt x="10389791" y="686991"/>
                  <a:pt x="10382250" y="598885"/>
                </a:cubicBezTo>
                <a:lnTo>
                  <a:pt x="10638830" y="582811"/>
                </a:lnTo>
                <a:cubicBezTo>
                  <a:pt x="10644386" y="624483"/>
                  <a:pt x="10655697" y="656233"/>
                  <a:pt x="10672762" y="678061"/>
                </a:cubicBezTo>
                <a:cubicBezTo>
                  <a:pt x="10700544" y="713383"/>
                  <a:pt x="10740232" y="731044"/>
                  <a:pt x="10791825" y="731044"/>
                </a:cubicBezTo>
                <a:cubicBezTo>
                  <a:pt x="10830323" y="731044"/>
                  <a:pt x="10859988" y="722015"/>
                  <a:pt x="10880824" y="703957"/>
                </a:cubicBezTo>
                <a:cubicBezTo>
                  <a:pt x="10901660" y="685899"/>
                  <a:pt x="10912078" y="664964"/>
                  <a:pt x="10912078" y="641152"/>
                </a:cubicBezTo>
                <a:cubicBezTo>
                  <a:pt x="10912078" y="618530"/>
                  <a:pt x="10902157" y="598289"/>
                  <a:pt x="10882312" y="580430"/>
                </a:cubicBezTo>
                <a:cubicBezTo>
                  <a:pt x="10862469" y="562571"/>
                  <a:pt x="10816432" y="545703"/>
                  <a:pt x="10744200" y="529828"/>
                </a:cubicBezTo>
                <a:cubicBezTo>
                  <a:pt x="10625932" y="503238"/>
                  <a:pt x="10541596" y="467916"/>
                  <a:pt x="10491192" y="423863"/>
                </a:cubicBezTo>
                <a:cubicBezTo>
                  <a:pt x="10440393" y="379810"/>
                  <a:pt x="10414992" y="323652"/>
                  <a:pt x="10414992" y="255389"/>
                </a:cubicBezTo>
                <a:cubicBezTo>
                  <a:pt x="10414992" y="210542"/>
                  <a:pt x="10427990" y="168176"/>
                  <a:pt x="10453985" y="128290"/>
                </a:cubicBezTo>
                <a:cubicBezTo>
                  <a:pt x="10479981" y="88404"/>
                  <a:pt x="10519073" y="57051"/>
                  <a:pt x="10571262" y="34231"/>
                </a:cubicBezTo>
                <a:cubicBezTo>
                  <a:pt x="10623452" y="11410"/>
                  <a:pt x="10694988" y="0"/>
                  <a:pt x="10785872" y="0"/>
                </a:cubicBezTo>
                <a:close/>
                <a:moveTo>
                  <a:pt x="8827889" y="0"/>
                </a:moveTo>
                <a:cubicBezTo>
                  <a:pt x="8924330" y="0"/>
                  <a:pt x="8996462" y="8731"/>
                  <a:pt x="9044285" y="26194"/>
                </a:cubicBezTo>
                <a:cubicBezTo>
                  <a:pt x="9092109" y="43656"/>
                  <a:pt x="9131796" y="70743"/>
                  <a:pt x="9163348" y="107454"/>
                </a:cubicBezTo>
                <a:cubicBezTo>
                  <a:pt x="9194899" y="144165"/>
                  <a:pt x="9218613" y="190699"/>
                  <a:pt x="9234487" y="247055"/>
                </a:cubicBezTo>
                <a:lnTo>
                  <a:pt x="8974336" y="293489"/>
                </a:lnTo>
                <a:cubicBezTo>
                  <a:pt x="8963620" y="260549"/>
                  <a:pt x="8945463" y="235347"/>
                  <a:pt x="8919865" y="217885"/>
                </a:cubicBezTo>
                <a:cubicBezTo>
                  <a:pt x="8894266" y="200422"/>
                  <a:pt x="8861624" y="191691"/>
                  <a:pt x="8821936" y="191691"/>
                </a:cubicBezTo>
                <a:cubicBezTo>
                  <a:pt x="8762802" y="191691"/>
                  <a:pt x="8715673" y="212229"/>
                  <a:pt x="8680549" y="253306"/>
                </a:cubicBezTo>
                <a:cubicBezTo>
                  <a:pt x="8645426" y="294382"/>
                  <a:pt x="8627864" y="359371"/>
                  <a:pt x="8627864" y="448271"/>
                </a:cubicBezTo>
                <a:cubicBezTo>
                  <a:pt x="8627864" y="542727"/>
                  <a:pt x="8645625" y="610196"/>
                  <a:pt x="8681144" y="650677"/>
                </a:cubicBezTo>
                <a:cubicBezTo>
                  <a:pt x="8716665" y="691158"/>
                  <a:pt x="8766175" y="711399"/>
                  <a:pt x="8829675" y="711399"/>
                </a:cubicBezTo>
                <a:cubicBezTo>
                  <a:pt x="8859838" y="711399"/>
                  <a:pt x="8888611" y="707033"/>
                  <a:pt x="8915995" y="698302"/>
                </a:cubicBezTo>
                <a:cubicBezTo>
                  <a:pt x="8943380" y="689571"/>
                  <a:pt x="8974733" y="674688"/>
                  <a:pt x="9010055" y="653653"/>
                </a:cubicBezTo>
                <a:lnTo>
                  <a:pt x="9010055" y="571500"/>
                </a:lnTo>
                <a:lnTo>
                  <a:pt x="8829675" y="571500"/>
                </a:lnTo>
                <a:lnTo>
                  <a:pt x="8829675" y="389930"/>
                </a:lnTo>
                <a:lnTo>
                  <a:pt x="9246394" y="389930"/>
                </a:lnTo>
                <a:lnTo>
                  <a:pt x="9246394" y="762000"/>
                </a:lnTo>
                <a:cubicBezTo>
                  <a:pt x="9166622" y="816372"/>
                  <a:pt x="9096077" y="853381"/>
                  <a:pt x="9034760" y="873026"/>
                </a:cubicBezTo>
                <a:cubicBezTo>
                  <a:pt x="8973443" y="892671"/>
                  <a:pt x="8900716" y="902494"/>
                  <a:pt x="8816578" y="902494"/>
                </a:cubicBezTo>
                <a:cubicBezTo>
                  <a:pt x="8712994" y="902494"/>
                  <a:pt x="8628559" y="884833"/>
                  <a:pt x="8563273" y="849511"/>
                </a:cubicBezTo>
                <a:cubicBezTo>
                  <a:pt x="8497987" y="814189"/>
                  <a:pt x="8447385" y="761603"/>
                  <a:pt x="8411468" y="691753"/>
                </a:cubicBezTo>
                <a:cubicBezTo>
                  <a:pt x="8375551" y="621903"/>
                  <a:pt x="8357592" y="541735"/>
                  <a:pt x="8357592" y="451247"/>
                </a:cubicBezTo>
                <a:cubicBezTo>
                  <a:pt x="8357592" y="355997"/>
                  <a:pt x="8377237" y="273149"/>
                  <a:pt x="8416528" y="202704"/>
                </a:cubicBezTo>
                <a:cubicBezTo>
                  <a:pt x="8455819" y="132259"/>
                  <a:pt x="8513366" y="78780"/>
                  <a:pt x="8589169" y="42267"/>
                </a:cubicBezTo>
                <a:cubicBezTo>
                  <a:pt x="8648303" y="14089"/>
                  <a:pt x="8727877" y="0"/>
                  <a:pt x="8827889" y="0"/>
                </a:cubicBezTo>
                <a:close/>
                <a:moveTo>
                  <a:pt x="7394973" y="0"/>
                </a:moveTo>
                <a:cubicBezTo>
                  <a:pt x="7506494" y="0"/>
                  <a:pt x="7591525" y="20737"/>
                  <a:pt x="7650063" y="62210"/>
                </a:cubicBezTo>
                <a:cubicBezTo>
                  <a:pt x="7708603" y="103684"/>
                  <a:pt x="7743429" y="169664"/>
                  <a:pt x="7754540" y="260152"/>
                </a:cubicBezTo>
                <a:lnTo>
                  <a:pt x="7500343" y="275035"/>
                </a:lnTo>
                <a:cubicBezTo>
                  <a:pt x="7493596" y="235744"/>
                  <a:pt x="7479407" y="207169"/>
                  <a:pt x="7457778" y="189310"/>
                </a:cubicBezTo>
                <a:cubicBezTo>
                  <a:pt x="7436148" y="171450"/>
                  <a:pt x="7406283" y="162521"/>
                  <a:pt x="7368184" y="162521"/>
                </a:cubicBezTo>
                <a:cubicBezTo>
                  <a:pt x="7336830" y="162521"/>
                  <a:pt x="7313216" y="169168"/>
                  <a:pt x="7297340" y="182463"/>
                </a:cubicBezTo>
                <a:cubicBezTo>
                  <a:pt x="7281466" y="195759"/>
                  <a:pt x="7273528" y="211931"/>
                  <a:pt x="7273528" y="230981"/>
                </a:cubicBezTo>
                <a:cubicBezTo>
                  <a:pt x="7273528" y="244872"/>
                  <a:pt x="7280077" y="257374"/>
                  <a:pt x="7293174" y="268486"/>
                </a:cubicBezTo>
                <a:cubicBezTo>
                  <a:pt x="7305874" y="279996"/>
                  <a:pt x="7336036" y="290711"/>
                  <a:pt x="7383662" y="300633"/>
                </a:cubicBezTo>
                <a:cubicBezTo>
                  <a:pt x="7501533" y="326033"/>
                  <a:pt x="7585968" y="351731"/>
                  <a:pt x="7636967" y="377726"/>
                </a:cubicBezTo>
                <a:cubicBezTo>
                  <a:pt x="7687965" y="403721"/>
                  <a:pt x="7725073" y="435967"/>
                  <a:pt x="7748290" y="474464"/>
                </a:cubicBezTo>
                <a:cubicBezTo>
                  <a:pt x="7771507" y="512961"/>
                  <a:pt x="7783115" y="556022"/>
                  <a:pt x="7783115" y="603647"/>
                </a:cubicBezTo>
                <a:cubicBezTo>
                  <a:pt x="7783115" y="659606"/>
                  <a:pt x="7767637" y="711200"/>
                  <a:pt x="7736681" y="758428"/>
                </a:cubicBezTo>
                <a:cubicBezTo>
                  <a:pt x="7705725" y="805656"/>
                  <a:pt x="7662466" y="841474"/>
                  <a:pt x="7606903" y="865882"/>
                </a:cubicBezTo>
                <a:cubicBezTo>
                  <a:pt x="7551341" y="890290"/>
                  <a:pt x="7481292" y="902494"/>
                  <a:pt x="7396758" y="902494"/>
                </a:cubicBezTo>
                <a:cubicBezTo>
                  <a:pt x="7248327" y="902494"/>
                  <a:pt x="7145536" y="873919"/>
                  <a:pt x="7088387" y="816769"/>
                </a:cubicBezTo>
                <a:cubicBezTo>
                  <a:pt x="7031236" y="759619"/>
                  <a:pt x="6998891" y="686991"/>
                  <a:pt x="6991350" y="598885"/>
                </a:cubicBezTo>
                <a:lnTo>
                  <a:pt x="7247930" y="582811"/>
                </a:lnTo>
                <a:cubicBezTo>
                  <a:pt x="7253487" y="624483"/>
                  <a:pt x="7264797" y="656233"/>
                  <a:pt x="7281863" y="678061"/>
                </a:cubicBezTo>
                <a:cubicBezTo>
                  <a:pt x="7309644" y="713383"/>
                  <a:pt x="7349332" y="731044"/>
                  <a:pt x="7400926" y="731044"/>
                </a:cubicBezTo>
                <a:cubicBezTo>
                  <a:pt x="7439422" y="731044"/>
                  <a:pt x="7469089" y="722015"/>
                  <a:pt x="7489924" y="703957"/>
                </a:cubicBezTo>
                <a:cubicBezTo>
                  <a:pt x="7510760" y="685899"/>
                  <a:pt x="7521178" y="664964"/>
                  <a:pt x="7521178" y="641152"/>
                </a:cubicBezTo>
                <a:cubicBezTo>
                  <a:pt x="7521178" y="618530"/>
                  <a:pt x="7511257" y="598289"/>
                  <a:pt x="7491413" y="580430"/>
                </a:cubicBezTo>
                <a:cubicBezTo>
                  <a:pt x="7471569" y="562571"/>
                  <a:pt x="7425532" y="545703"/>
                  <a:pt x="7353300" y="529828"/>
                </a:cubicBezTo>
                <a:cubicBezTo>
                  <a:pt x="7235032" y="503238"/>
                  <a:pt x="7150696" y="467916"/>
                  <a:pt x="7100292" y="423863"/>
                </a:cubicBezTo>
                <a:cubicBezTo>
                  <a:pt x="7049493" y="379810"/>
                  <a:pt x="7024092" y="323652"/>
                  <a:pt x="7024092" y="255389"/>
                </a:cubicBezTo>
                <a:cubicBezTo>
                  <a:pt x="7024092" y="210542"/>
                  <a:pt x="7037090" y="168176"/>
                  <a:pt x="7063086" y="128290"/>
                </a:cubicBezTo>
                <a:cubicBezTo>
                  <a:pt x="7089081" y="88404"/>
                  <a:pt x="7128173" y="57051"/>
                  <a:pt x="7180362" y="34231"/>
                </a:cubicBezTo>
                <a:cubicBezTo>
                  <a:pt x="7232551" y="11410"/>
                  <a:pt x="7304088" y="0"/>
                  <a:pt x="7394973" y="0"/>
                </a:cubicBezTo>
                <a:close/>
              </a:path>
            </a:pathLst>
          </a:custGeom>
          <a:noFill/>
          <a:ln>
            <a:solidFill>
              <a:schemeClr val="bg1">
                <a:alpha val="10000"/>
              </a:schemeClr>
            </a:solidFill>
          </a:ln>
          <a:effectLst>
            <a:reflection blurRad="279400" stA="50000" endA="300" endPos="90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61A278A-00D4-80CC-A42D-919E7F4F6EC4}"/>
              </a:ext>
            </a:extLst>
          </p:cNvPr>
          <p:cNvSpPr/>
          <p:nvPr/>
        </p:nvSpPr>
        <p:spPr>
          <a:xfrm>
            <a:off x="457201" y="173736"/>
            <a:ext cx="11277598" cy="1968500"/>
          </a:xfrm>
          <a:custGeom>
            <a:avLst/>
            <a:gdLst/>
            <a:ahLst/>
            <a:cxnLst/>
            <a:rect l="l" t="t" r="r" b="b"/>
            <a:pathLst>
              <a:path w="11174016" h="902494">
                <a:moveTo>
                  <a:pt x="272058" y="523280"/>
                </a:moveTo>
                <a:lnTo>
                  <a:pt x="272058" y="700088"/>
                </a:lnTo>
                <a:lnTo>
                  <a:pt x="409575" y="700088"/>
                </a:lnTo>
                <a:cubicBezTo>
                  <a:pt x="456010" y="700088"/>
                  <a:pt x="488752" y="691853"/>
                  <a:pt x="507802" y="675382"/>
                </a:cubicBezTo>
                <a:cubicBezTo>
                  <a:pt x="526852" y="658912"/>
                  <a:pt x="536377" y="636786"/>
                  <a:pt x="536377" y="609005"/>
                </a:cubicBezTo>
                <a:cubicBezTo>
                  <a:pt x="536377" y="583208"/>
                  <a:pt x="526951" y="562471"/>
                  <a:pt x="508100" y="546795"/>
                </a:cubicBezTo>
                <a:cubicBezTo>
                  <a:pt x="489248" y="531118"/>
                  <a:pt x="456208" y="523280"/>
                  <a:pt x="408980" y="523280"/>
                </a:cubicBezTo>
                <a:close/>
                <a:moveTo>
                  <a:pt x="2288680" y="241102"/>
                </a:moveTo>
                <a:lnTo>
                  <a:pt x="2193356" y="554831"/>
                </a:lnTo>
                <a:lnTo>
                  <a:pt x="2385009" y="554831"/>
                </a:lnTo>
                <a:close/>
                <a:moveTo>
                  <a:pt x="5482829" y="212527"/>
                </a:moveTo>
                <a:lnTo>
                  <a:pt x="5482829" y="689372"/>
                </a:lnTo>
                <a:lnTo>
                  <a:pt x="5548909" y="689372"/>
                </a:lnTo>
                <a:cubicBezTo>
                  <a:pt x="5605264" y="689372"/>
                  <a:pt x="5645349" y="683121"/>
                  <a:pt x="5669162" y="670620"/>
                </a:cubicBezTo>
                <a:cubicBezTo>
                  <a:pt x="5692974" y="658118"/>
                  <a:pt x="5711627" y="636290"/>
                  <a:pt x="5725121" y="605135"/>
                </a:cubicBezTo>
                <a:cubicBezTo>
                  <a:pt x="5738614" y="573981"/>
                  <a:pt x="5745362" y="523478"/>
                  <a:pt x="5745362" y="453628"/>
                </a:cubicBezTo>
                <a:cubicBezTo>
                  <a:pt x="5745362" y="361157"/>
                  <a:pt x="5730280" y="297855"/>
                  <a:pt x="5700118" y="263724"/>
                </a:cubicBezTo>
                <a:cubicBezTo>
                  <a:pt x="5669955" y="229592"/>
                  <a:pt x="5619949" y="212527"/>
                  <a:pt x="5550099" y="212527"/>
                </a:cubicBezTo>
                <a:close/>
                <a:moveTo>
                  <a:pt x="4149329" y="212527"/>
                </a:moveTo>
                <a:lnTo>
                  <a:pt x="4149329" y="689372"/>
                </a:lnTo>
                <a:lnTo>
                  <a:pt x="4215408" y="689372"/>
                </a:lnTo>
                <a:cubicBezTo>
                  <a:pt x="4271765" y="689372"/>
                  <a:pt x="4311849" y="683121"/>
                  <a:pt x="4335662" y="670620"/>
                </a:cubicBezTo>
                <a:cubicBezTo>
                  <a:pt x="4359474" y="658118"/>
                  <a:pt x="4378127" y="636290"/>
                  <a:pt x="4391621" y="605135"/>
                </a:cubicBezTo>
                <a:cubicBezTo>
                  <a:pt x="4405114" y="573981"/>
                  <a:pt x="4411861" y="523478"/>
                  <a:pt x="4411861" y="453628"/>
                </a:cubicBezTo>
                <a:cubicBezTo>
                  <a:pt x="4411861" y="361156"/>
                  <a:pt x="4396780" y="297855"/>
                  <a:pt x="4366618" y="263724"/>
                </a:cubicBezTo>
                <a:cubicBezTo>
                  <a:pt x="4336455" y="229592"/>
                  <a:pt x="4286449" y="212527"/>
                  <a:pt x="4216599" y="212527"/>
                </a:cubicBezTo>
                <a:close/>
                <a:moveTo>
                  <a:pt x="272058" y="191691"/>
                </a:moveTo>
                <a:lnTo>
                  <a:pt x="272058" y="357188"/>
                </a:lnTo>
                <a:lnTo>
                  <a:pt x="389335" y="357188"/>
                </a:lnTo>
                <a:cubicBezTo>
                  <a:pt x="431403" y="357188"/>
                  <a:pt x="460673" y="349945"/>
                  <a:pt x="477143" y="335459"/>
                </a:cubicBezTo>
                <a:cubicBezTo>
                  <a:pt x="493614" y="320973"/>
                  <a:pt x="501849" y="300038"/>
                  <a:pt x="501849" y="272653"/>
                </a:cubicBezTo>
                <a:cubicBezTo>
                  <a:pt x="501849" y="247253"/>
                  <a:pt x="493614" y="227410"/>
                  <a:pt x="477143" y="213122"/>
                </a:cubicBezTo>
                <a:cubicBezTo>
                  <a:pt x="460673" y="198835"/>
                  <a:pt x="431999" y="191691"/>
                  <a:pt x="391121" y="191691"/>
                </a:cubicBezTo>
                <a:close/>
                <a:moveTo>
                  <a:pt x="1226344" y="191096"/>
                </a:moveTo>
                <a:lnTo>
                  <a:pt x="1226344" y="368499"/>
                </a:lnTo>
                <a:lnTo>
                  <a:pt x="1340049" y="368499"/>
                </a:lnTo>
                <a:cubicBezTo>
                  <a:pt x="1352352" y="368499"/>
                  <a:pt x="1376165" y="364530"/>
                  <a:pt x="1411486" y="356592"/>
                </a:cubicBezTo>
                <a:cubicBezTo>
                  <a:pt x="1429347" y="353021"/>
                  <a:pt x="1443931" y="343892"/>
                  <a:pt x="1455242" y="329208"/>
                </a:cubicBezTo>
                <a:cubicBezTo>
                  <a:pt x="1466553" y="314524"/>
                  <a:pt x="1472208" y="297656"/>
                  <a:pt x="1472208" y="278606"/>
                </a:cubicBezTo>
                <a:cubicBezTo>
                  <a:pt x="1472208" y="250428"/>
                  <a:pt x="1463279" y="228799"/>
                  <a:pt x="1445419" y="213717"/>
                </a:cubicBezTo>
                <a:cubicBezTo>
                  <a:pt x="1427560" y="198636"/>
                  <a:pt x="1394024" y="191096"/>
                  <a:pt x="1344811" y="191096"/>
                </a:cubicBezTo>
                <a:close/>
                <a:moveTo>
                  <a:pt x="9411891" y="14883"/>
                </a:moveTo>
                <a:lnTo>
                  <a:pt x="9663708" y="14883"/>
                </a:lnTo>
                <a:lnTo>
                  <a:pt x="9992320" y="497719"/>
                </a:lnTo>
                <a:lnTo>
                  <a:pt x="9992320" y="14883"/>
                </a:lnTo>
                <a:lnTo>
                  <a:pt x="10246519" y="14883"/>
                </a:lnTo>
                <a:lnTo>
                  <a:pt x="10246519" y="887611"/>
                </a:lnTo>
                <a:lnTo>
                  <a:pt x="9992320" y="887611"/>
                </a:lnTo>
                <a:lnTo>
                  <a:pt x="9665494" y="408422"/>
                </a:lnTo>
                <a:lnTo>
                  <a:pt x="9665494" y="887611"/>
                </a:lnTo>
                <a:lnTo>
                  <a:pt x="9411891" y="887611"/>
                </a:lnTo>
                <a:close/>
                <a:moveTo>
                  <a:pt x="7925396" y="14883"/>
                </a:moveTo>
                <a:lnTo>
                  <a:pt x="8195667" y="14883"/>
                </a:lnTo>
                <a:lnTo>
                  <a:pt x="8195667" y="887611"/>
                </a:lnTo>
                <a:lnTo>
                  <a:pt x="7925396" y="887611"/>
                </a:lnTo>
                <a:close/>
                <a:moveTo>
                  <a:pt x="6161485" y="14883"/>
                </a:moveTo>
                <a:lnTo>
                  <a:pt x="6884195" y="14883"/>
                </a:lnTo>
                <a:lnTo>
                  <a:pt x="6884195" y="201216"/>
                </a:lnTo>
                <a:lnTo>
                  <a:pt x="6431756" y="201216"/>
                </a:lnTo>
                <a:lnTo>
                  <a:pt x="6431756" y="339924"/>
                </a:lnTo>
                <a:lnTo>
                  <a:pt x="6851452" y="339924"/>
                </a:lnTo>
                <a:lnTo>
                  <a:pt x="6851452" y="517922"/>
                </a:lnTo>
                <a:lnTo>
                  <a:pt x="6431756" y="517922"/>
                </a:lnTo>
                <a:lnTo>
                  <a:pt x="6431756" y="689967"/>
                </a:lnTo>
                <a:lnTo>
                  <a:pt x="6897291" y="689967"/>
                </a:lnTo>
                <a:lnTo>
                  <a:pt x="6897291" y="887611"/>
                </a:lnTo>
                <a:lnTo>
                  <a:pt x="6161485" y="887611"/>
                </a:lnTo>
                <a:close/>
                <a:moveTo>
                  <a:pt x="5213152" y="14883"/>
                </a:moveTo>
                <a:lnTo>
                  <a:pt x="5613798" y="14883"/>
                </a:lnTo>
                <a:cubicBezTo>
                  <a:pt x="5692775" y="14883"/>
                  <a:pt x="5756573" y="25599"/>
                  <a:pt x="5805191" y="47030"/>
                </a:cubicBezTo>
                <a:cubicBezTo>
                  <a:pt x="5853807" y="68461"/>
                  <a:pt x="5893991" y="99219"/>
                  <a:pt x="5925741" y="139303"/>
                </a:cubicBezTo>
                <a:cubicBezTo>
                  <a:pt x="5957491" y="179388"/>
                  <a:pt x="5980510" y="226020"/>
                  <a:pt x="5994798" y="279202"/>
                </a:cubicBezTo>
                <a:cubicBezTo>
                  <a:pt x="6009085" y="332383"/>
                  <a:pt x="6016229" y="388739"/>
                  <a:pt x="6016229" y="448271"/>
                </a:cubicBezTo>
                <a:cubicBezTo>
                  <a:pt x="6016229" y="541536"/>
                  <a:pt x="6005612" y="613867"/>
                  <a:pt x="5984380" y="665262"/>
                </a:cubicBezTo>
                <a:cubicBezTo>
                  <a:pt x="5963147" y="716657"/>
                  <a:pt x="5933679" y="759718"/>
                  <a:pt x="5895976" y="794445"/>
                </a:cubicBezTo>
                <a:cubicBezTo>
                  <a:pt x="5858272" y="829171"/>
                  <a:pt x="5817791" y="852289"/>
                  <a:pt x="5774532" y="863799"/>
                </a:cubicBezTo>
                <a:cubicBezTo>
                  <a:pt x="5715397" y="879674"/>
                  <a:pt x="5661819" y="887611"/>
                  <a:pt x="5613798" y="887611"/>
                </a:cubicBezTo>
                <a:lnTo>
                  <a:pt x="5213152" y="887611"/>
                </a:lnTo>
                <a:close/>
                <a:moveTo>
                  <a:pt x="3879653" y="14883"/>
                </a:moveTo>
                <a:lnTo>
                  <a:pt x="4280297" y="14883"/>
                </a:lnTo>
                <a:cubicBezTo>
                  <a:pt x="4359276" y="14883"/>
                  <a:pt x="4423073" y="25599"/>
                  <a:pt x="4471690" y="47030"/>
                </a:cubicBezTo>
                <a:cubicBezTo>
                  <a:pt x="4520308" y="68461"/>
                  <a:pt x="4560492" y="99219"/>
                  <a:pt x="4592241" y="139303"/>
                </a:cubicBezTo>
                <a:cubicBezTo>
                  <a:pt x="4623991" y="179388"/>
                  <a:pt x="4647010" y="226020"/>
                  <a:pt x="4661297" y="279202"/>
                </a:cubicBezTo>
                <a:cubicBezTo>
                  <a:pt x="4675585" y="332383"/>
                  <a:pt x="4682729" y="388739"/>
                  <a:pt x="4682729" y="448271"/>
                </a:cubicBezTo>
                <a:cubicBezTo>
                  <a:pt x="4682729" y="541536"/>
                  <a:pt x="4672112" y="613867"/>
                  <a:pt x="4650879" y="665262"/>
                </a:cubicBezTo>
                <a:cubicBezTo>
                  <a:pt x="4629647" y="716657"/>
                  <a:pt x="4600179" y="759718"/>
                  <a:pt x="4562476" y="794445"/>
                </a:cubicBezTo>
                <a:cubicBezTo>
                  <a:pt x="4524773" y="829171"/>
                  <a:pt x="4484291" y="852289"/>
                  <a:pt x="4441032" y="863799"/>
                </a:cubicBezTo>
                <a:cubicBezTo>
                  <a:pt x="4381897" y="879674"/>
                  <a:pt x="4328319" y="887611"/>
                  <a:pt x="4280297" y="887611"/>
                </a:cubicBezTo>
                <a:lnTo>
                  <a:pt x="3879653" y="887611"/>
                </a:lnTo>
                <a:close/>
                <a:moveTo>
                  <a:pt x="2858691" y="14883"/>
                </a:moveTo>
                <a:lnTo>
                  <a:pt x="3110508" y="14883"/>
                </a:lnTo>
                <a:lnTo>
                  <a:pt x="3439121" y="497719"/>
                </a:lnTo>
                <a:lnTo>
                  <a:pt x="3439121" y="14883"/>
                </a:lnTo>
                <a:lnTo>
                  <a:pt x="3693319" y="14883"/>
                </a:lnTo>
                <a:lnTo>
                  <a:pt x="3693319" y="887611"/>
                </a:lnTo>
                <a:lnTo>
                  <a:pt x="3439121" y="887611"/>
                </a:lnTo>
                <a:lnTo>
                  <a:pt x="3112294" y="408422"/>
                </a:lnTo>
                <a:lnTo>
                  <a:pt x="3112294" y="887611"/>
                </a:lnTo>
                <a:lnTo>
                  <a:pt x="2858691" y="887611"/>
                </a:lnTo>
                <a:close/>
                <a:moveTo>
                  <a:pt x="2144912" y="14883"/>
                </a:moveTo>
                <a:lnTo>
                  <a:pt x="2439071" y="14883"/>
                </a:lnTo>
                <a:lnTo>
                  <a:pt x="2767013" y="887611"/>
                </a:lnTo>
                <a:lnTo>
                  <a:pt x="2484612" y="887611"/>
                </a:lnTo>
                <a:lnTo>
                  <a:pt x="2440949" y="743546"/>
                </a:lnTo>
                <a:lnTo>
                  <a:pt x="2134783" y="743546"/>
                </a:lnTo>
                <a:lnTo>
                  <a:pt x="2092245" y="887611"/>
                </a:lnTo>
                <a:lnTo>
                  <a:pt x="1816894" y="887611"/>
                </a:lnTo>
                <a:close/>
                <a:moveTo>
                  <a:pt x="955477" y="14883"/>
                </a:moveTo>
                <a:lnTo>
                  <a:pt x="1404938" y="14883"/>
                </a:lnTo>
                <a:cubicBezTo>
                  <a:pt x="1488282" y="14883"/>
                  <a:pt x="1551980" y="22027"/>
                  <a:pt x="1596033" y="36314"/>
                </a:cubicBezTo>
                <a:cubicBezTo>
                  <a:pt x="1640087" y="50602"/>
                  <a:pt x="1675607" y="77093"/>
                  <a:pt x="1702594" y="115788"/>
                </a:cubicBezTo>
                <a:cubicBezTo>
                  <a:pt x="1729582" y="154484"/>
                  <a:pt x="1743076" y="201613"/>
                  <a:pt x="1743076" y="257175"/>
                </a:cubicBezTo>
                <a:cubicBezTo>
                  <a:pt x="1743076" y="305594"/>
                  <a:pt x="1732750" y="347365"/>
                  <a:pt x="1712101" y="382489"/>
                </a:cubicBezTo>
                <a:cubicBezTo>
                  <a:pt x="1691451" y="417612"/>
                  <a:pt x="1663059" y="446088"/>
                  <a:pt x="1626924" y="467916"/>
                </a:cubicBezTo>
                <a:cubicBezTo>
                  <a:pt x="1603893" y="481806"/>
                  <a:pt x="1572323" y="493316"/>
                  <a:pt x="1532214" y="502444"/>
                </a:cubicBezTo>
                <a:cubicBezTo>
                  <a:pt x="1564336" y="513172"/>
                  <a:pt x="1587736" y="523897"/>
                  <a:pt x="1602414" y="534619"/>
                </a:cubicBezTo>
                <a:cubicBezTo>
                  <a:pt x="1612330" y="541769"/>
                  <a:pt x="1626707" y="557062"/>
                  <a:pt x="1645547" y="580500"/>
                </a:cubicBezTo>
                <a:cubicBezTo>
                  <a:pt x="1664386" y="603937"/>
                  <a:pt x="1676978" y="622012"/>
                  <a:pt x="1683321" y="634724"/>
                </a:cubicBezTo>
                <a:lnTo>
                  <a:pt x="1813918" y="887611"/>
                </a:lnTo>
                <a:lnTo>
                  <a:pt x="1509201" y="887611"/>
                </a:lnTo>
                <a:lnTo>
                  <a:pt x="1365052" y="620911"/>
                </a:lnTo>
                <a:cubicBezTo>
                  <a:pt x="1346796" y="586383"/>
                  <a:pt x="1330524" y="563960"/>
                  <a:pt x="1316237" y="553641"/>
                </a:cubicBezTo>
                <a:cubicBezTo>
                  <a:pt x="1296790" y="540147"/>
                  <a:pt x="1274764" y="533400"/>
                  <a:pt x="1250157" y="533400"/>
                </a:cubicBezTo>
                <a:lnTo>
                  <a:pt x="1226344" y="533400"/>
                </a:lnTo>
                <a:lnTo>
                  <a:pt x="1226344" y="887611"/>
                </a:lnTo>
                <a:lnTo>
                  <a:pt x="955477" y="887611"/>
                </a:lnTo>
                <a:close/>
                <a:moveTo>
                  <a:pt x="0" y="14883"/>
                </a:moveTo>
                <a:lnTo>
                  <a:pt x="504825" y="14883"/>
                </a:lnTo>
                <a:cubicBezTo>
                  <a:pt x="588963" y="14883"/>
                  <a:pt x="653554" y="35719"/>
                  <a:pt x="698599" y="77391"/>
                </a:cubicBezTo>
                <a:cubicBezTo>
                  <a:pt x="743645" y="119063"/>
                  <a:pt x="766167" y="170656"/>
                  <a:pt x="766167" y="232172"/>
                </a:cubicBezTo>
                <a:cubicBezTo>
                  <a:pt x="766167" y="283766"/>
                  <a:pt x="750094" y="328017"/>
                  <a:pt x="717947" y="364927"/>
                </a:cubicBezTo>
                <a:cubicBezTo>
                  <a:pt x="696516" y="389533"/>
                  <a:pt x="665163" y="408980"/>
                  <a:pt x="623888" y="423267"/>
                </a:cubicBezTo>
                <a:cubicBezTo>
                  <a:pt x="686594" y="438349"/>
                  <a:pt x="732731" y="464245"/>
                  <a:pt x="762298" y="500956"/>
                </a:cubicBezTo>
                <a:cubicBezTo>
                  <a:pt x="791865" y="537667"/>
                  <a:pt x="806649" y="583803"/>
                  <a:pt x="806649" y="639366"/>
                </a:cubicBezTo>
                <a:cubicBezTo>
                  <a:pt x="806649" y="684610"/>
                  <a:pt x="796132" y="725289"/>
                  <a:pt x="775097" y="761405"/>
                </a:cubicBezTo>
                <a:cubicBezTo>
                  <a:pt x="754063" y="797521"/>
                  <a:pt x="725289" y="826096"/>
                  <a:pt x="688777" y="847130"/>
                </a:cubicBezTo>
                <a:cubicBezTo>
                  <a:pt x="666155" y="860227"/>
                  <a:pt x="632024" y="869752"/>
                  <a:pt x="586383" y="875705"/>
                </a:cubicBezTo>
                <a:cubicBezTo>
                  <a:pt x="525661" y="883642"/>
                  <a:pt x="485378" y="887611"/>
                  <a:pt x="465535" y="887611"/>
                </a:cubicBezTo>
                <a:lnTo>
                  <a:pt x="0" y="887611"/>
                </a:lnTo>
                <a:close/>
                <a:moveTo>
                  <a:pt x="10785872" y="0"/>
                </a:moveTo>
                <a:cubicBezTo>
                  <a:pt x="10897394" y="0"/>
                  <a:pt x="10982425" y="20737"/>
                  <a:pt x="11040963" y="62210"/>
                </a:cubicBezTo>
                <a:cubicBezTo>
                  <a:pt x="11099503" y="103684"/>
                  <a:pt x="11134328" y="169664"/>
                  <a:pt x="11145441" y="260152"/>
                </a:cubicBezTo>
                <a:lnTo>
                  <a:pt x="10891242" y="275035"/>
                </a:lnTo>
                <a:cubicBezTo>
                  <a:pt x="10884496" y="235744"/>
                  <a:pt x="10870307" y="207169"/>
                  <a:pt x="10848677" y="189310"/>
                </a:cubicBezTo>
                <a:cubicBezTo>
                  <a:pt x="10827048" y="171450"/>
                  <a:pt x="10797183" y="162521"/>
                  <a:pt x="10759083" y="162521"/>
                </a:cubicBezTo>
                <a:cubicBezTo>
                  <a:pt x="10727730" y="162521"/>
                  <a:pt x="10704116" y="169168"/>
                  <a:pt x="10688241" y="182463"/>
                </a:cubicBezTo>
                <a:cubicBezTo>
                  <a:pt x="10672366" y="195759"/>
                  <a:pt x="10664428" y="211931"/>
                  <a:pt x="10664428" y="230981"/>
                </a:cubicBezTo>
                <a:cubicBezTo>
                  <a:pt x="10664428" y="244872"/>
                  <a:pt x="10670977" y="257374"/>
                  <a:pt x="10684073" y="268486"/>
                </a:cubicBezTo>
                <a:cubicBezTo>
                  <a:pt x="10696774" y="279996"/>
                  <a:pt x="10726936" y="290711"/>
                  <a:pt x="10774561" y="300633"/>
                </a:cubicBezTo>
                <a:cubicBezTo>
                  <a:pt x="10892433" y="326033"/>
                  <a:pt x="10976868" y="351731"/>
                  <a:pt x="11027866" y="377726"/>
                </a:cubicBezTo>
                <a:cubicBezTo>
                  <a:pt x="11078866" y="403721"/>
                  <a:pt x="11115973" y="435967"/>
                  <a:pt x="11139190" y="474464"/>
                </a:cubicBezTo>
                <a:cubicBezTo>
                  <a:pt x="11162407" y="512961"/>
                  <a:pt x="11174016" y="556022"/>
                  <a:pt x="11174016" y="603647"/>
                </a:cubicBezTo>
                <a:cubicBezTo>
                  <a:pt x="11174016" y="659606"/>
                  <a:pt x="11158537" y="711200"/>
                  <a:pt x="11127581" y="758428"/>
                </a:cubicBezTo>
                <a:cubicBezTo>
                  <a:pt x="11096625" y="805656"/>
                  <a:pt x="11053366" y="841474"/>
                  <a:pt x="10997803" y="865882"/>
                </a:cubicBezTo>
                <a:cubicBezTo>
                  <a:pt x="10942241" y="890290"/>
                  <a:pt x="10872192" y="902494"/>
                  <a:pt x="10787658" y="902494"/>
                </a:cubicBezTo>
                <a:cubicBezTo>
                  <a:pt x="10639227" y="902494"/>
                  <a:pt x="10536436" y="873919"/>
                  <a:pt x="10479286" y="816769"/>
                </a:cubicBezTo>
                <a:cubicBezTo>
                  <a:pt x="10422136" y="759619"/>
                  <a:pt x="10389791" y="686991"/>
                  <a:pt x="10382250" y="598885"/>
                </a:cubicBezTo>
                <a:lnTo>
                  <a:pt x="10638830" y="582811"/>
                </a:lnTo>
                <a:cubicBezTo>
                  <a:pt x="10644386" y="624483"/>
                  <a:pt x="10655697" y="656233"/>
                  <a:pt x="10672762" y="678061"/>
                </a:cubicBezTo>
                <a:cubicBezTo>
                  <a:pt x="10700544" y="713383"/>
                  <a:pt x="10740232" y="731044"/>
                  <a:pt x="10791825" y="731044"/>
                </a:cubicBezTo>
                <a:cubicBezTo>
                  <a:pt x="10830323" y="731044"/>
                  <a:pt x="10859988" y="722015"/>
                  <a:pt x="10880824" y="703957"/>
                </a:cubicBezTo>
                <a:cubicBezTo>
                  <a:pt x="10901660" y="685899"/>
                  <a:pt x="10912078" y="664964"/>
                  <a:pt x="10912078" y="641152"/>
                </a:cubicBezTo>
                <a:cubicBezTo>
                  <a:pt x="10912078" y="618530"/>
                  <a:pt x="10902157" y="598289"/>
                  <a:pt x="10882312" y="580430"/>
                </a:cubicBezTo>
                <a:cubicBezTo>
                  <a:pt x="10862469" y="562571"/>
                  <a:pt x="10816432" y="545703"/>
                  <a:pt x="10744200" y="529828"/>
                </a:cubicBezTo>
                <a:cubicBezTo>
                  <a:pt x="10625932" y="503238"/>
                  <a:pt x="10541596" y="467916"/>
                  <a:pt x="10491192" y="423863"/>
                </a:cubicBezTo>
                <a:cubicBezTo>
                  <a:pt x="10440393" y="379810"/>
                  <a:pt x="10414992" y="323652"/>
                  <a:pt x="10414992" y="255389"/>
                </a:cubicBezTo>
                <a:cubicBezTo>
                  <a:pt x="10414992" y="210542"/>
                  <a:pt x="10427990" y="168176"/>
                  <a:pt x="10453985" y="128290"/>
                </a:cubicBezTo>
                <a:cubicBezTo>
                  <a:pt x="10479981" y="88404"/>
                  <a:pt x="10519073" y="57051"/>
                  <a:pt x="10571262" y="34231"/>
                </a:cubicBezTo>
                <a:cubicBezTo>
                  <a:pt x="10623452" y="11410"/>
                  <a:pt x="10694988" y="0"/>
                  <a:pt x="10785872" y="0"/>
                </a:cubicBezTo>
                <a:close/>
                <a:moveTo>
                  <a:pt x="8827889" y="0"/>
                </a:moveTo>
                <a:cubicBezTo>
                  <a:pt x="8924330" y="0"/>
                  <a:pt x="8996462" y="8731"/>
                  <a:pt x="9044285" y="26194"/>
                </a:cubicBezTo>
                <a:cubicBezTo>
                  <a:pt x="9092109" y="43656"/>
                  <a:pt x="9131796" y="70743"/>
                  <a:pt x="9163348" y="107454"/>
                </a:cubicBezTo>
                <a:cubicBezTo>
                  <a:pt x="9194899" y="144165"/>
                  <a:pt x="9218613" y="190699"/>
                  <a:pt x="9234487" y="247055"/>
                </a:cubicBezTo>
                <a:lnTo>
                  <a:pt x="8974336" y="293489"/>
                </a:lnTo>
                <a:cubicBezTo>
                  <a:pt x="8963620" y="260549"/>
                  <a:pt x="8945463" y="235347"/>
                  <a:pt x="8919865" y="217885"/>
                </a:cubicBezTo>
                <a:cubicBezTo>
                  <a:pt x="8894266" y="200422"/>
                  <a:pt x="8861624" y="191691"/>
                  <a:pt x="8821936" y="191691"/>
                </a:cubicBezTo>
                <a:cubicBezTo>
                  <a:pt x="8762802" y="191691"/>
                  <a:pt x="8715673" y="212229"/>
                  <a:pt x="8680549" y="253306"/>
                </a:cubicBezTo>
                <a:cubicBezTo>
                  <a:pt x="8645426" y="294382"/>
                  <a:pt x="8627864" y="359371"/>
                  <a:pt x="8627864" y="448271"/>
                </a:cubicBezTo>
                <a:cubicBezTo>
                  <a:pt x="8627864" y="542727"/>
                  <a:pt x="8645625" y="610196"/>
                  <a:pt x="8681144" y="650677"/>
                </a:cubicBezTo>
                <a:cubicBezTo>
                  <a:pt x="8716665" y="691158"/>
                  <a:pt x="8766175" y="711399"/>
                  <a:pt x="8829675" y="711399"/>
                </a:cubicBezTo>
                <a:cubicBezTo>
                  <a:pt x="8859838" y="711399"/>
                  <a:pt x="8888611" y="707033"/>
                  <a:pt x="8915995" y="698302"/>
                </a:cubicBezTo>
                <a:cubicBezTo>
                  <a:pt x="8943380" y="689571"/>
                  <a:pt x="8974733" y="674688"/>
                  <a:pt x="9010055" y="653653"/>
                </a:cubicBezTo>
                <a:lnTo>
                  <a:pt x="9010055" y="571500"/>
                </a:lnTo>
                <a:lnTo>
                  <a:pt x="8829675" y="571500"/>
                </a:lnTo>
                <a:lnTo>
                  <a:pt x="8829675" y="389930"/>
                </a:lnTo>
                <a:lnTo>
                  <a:pt x="9246394" y="389930"/>
                </a:lnTo>
                <a:lnTo>
                  <a:pt x="9246394" y="762000"/>
                </a:lnTo>
                <a:cubicBezTo>
                  <a:pt x="9166622" y="816372"/>
                  <a:pt x="9096077" y="853381"/>
                  <a:pt x="9034760" y="873026"/>
                </a:cubicBezTo>
                <a:cubicBezTo>
                  <a:pt x="8973443" y="892671"/>
                  <a:pt x="8900716" y="902494"/>
                  <a:pt x="8816578" y="902494"/>
                </a:cubicBezTo>
                <a:cubicBezTo>
                  <a:pt x="8712994" y="902494"/>
                  <a:pt x="8628559" y="884833"/>
                  <a:pt x="8563273" y="849511"/>
                </a:cubicBezTo>
                <a:cubicBezTo>
                  <a:pt x="8497987" y="814189"/>
                  <a:pt x="8447385" y="761603"/>
                  <a:pt x="8411468" y="691753"/>
                </a:cubicBezTo>
                <a:cubicBezTo>
                  <a:pt x="8375551" y="621903"/>
                  <a:pt x="8357592" y="541735"/>
                  <a:pt x="8357592" y="451247"/>
                </a:cubicBezTo>
                <a:cubicBezTo>
                  <a:pt x="8357592" y="355997"/>
                  <a:pt x="8377237" y="273149"/>
                  <a:pt x="8416528" y="202704"/>
                </a:cubicBezTo>
                <a:cubicBezTo>
                  <a:pt x="8455819" y="132259"/>
                  <a:pt x="8513366" y="78780"/>
                  <a:pt x="8589169" y="42267"/>
                </a:cubicBezTo>
                <a:cubicBezTo>
                  <a:pt x="8648303" y="14089"/>
                  <a:pt x="8727877" y="0"/>
                  <a:pt x="8827889" y="0"/>
                </a:cubicBezTo>
                <a:close/>
                <a:moveTo>
                  <a:pt x="7394973" y="0"/>
                </a:moveTo>
                <a:cubicBezTo>
                  <a:pt x="7506494" y="0"/>
                  <a:pt x="7591525" y="20737"/>
                  <a:pt x="7650063" y="62210"/>
                </a:cubicBezTo>
                <a:cubicBezTo>
                  <a:pt x="7708603" y="103684"/>
                  <a:pt x="7743429" y="169664"/>
                  <a:pt x="7754540" y="260152"/>
                </a:cubicBezTo>
                <a:lnTo>
                  <a:pt x="7500343" y="275035"/>
                </a:lnTo>
                <a:cubicBezTo>
                  <a:pt x="7493596" y="235744"/>
                  <a:pt x="7479407" y="207169"/>
                  <a:pt x="7457778" y="189310"/>
                </a:cubicBezTo>
                <a:cubicBezTo>
                  <a:pt x="7436148" y="171450"/>
                  <a:pt x="7406283" y="162521"/>
                  <a:pt x="7368184" y="162521"/>
                </a:cubicBezTo>
                <a:cubicBezTo>
                  <a:pt x="7336830" y="162521"/>
                  <a:pt x="7313216" y="169168"/>
                  <a:pt x="7297340" y="182463"/>
                </a:cubicBezTo>
                <a:cubicBezTo>
                  <a:pt x="7281466" y="195759"/>
                  <a:pt x="7273528" y="211931"/>
                  <a:pt x="7273528" y="230981"/>
                </a:cubicBezTo>
                <a:cubicBezTo>
                  <a:pt x="7273528" y="244872"/>
                  <a:pt x="7280077" y="257374"/>
                  <a:pt x="7293174" y="268486"/>
                </a:cubicBezTo>
                <a:cubicBezTo>
                  <a:pt x="7305874" y="279996"/>
                  <a:pt x="7336036" y="290711"/>
                  <a:pt x="7383662" y="300633"/>
                </a:cubicBezTo>
                <a:cubicBezTo>
                  <a:pt x="7501533" y="326033"/>
                  <a:pt x="7585968" y="351731"/>
                  <a:pt x="7636967" y="377726"/>
                </a:cubicBezTo>
                <a:cubicBezTo>
                  <a:pt x="7687965" y="403721"/>
                  <a:pt x="7725073" y="435967"/>
                  <a:pt x="7748290" y="474464"/>
                </a:cubicBezTo>
                <a:cubicBezTo>
                  <a:pt x="7771507" y="512961"/>
                  <a:pt x="7783115" y="556022"/>
                  <a:pt x="7783115" y="603647"/>
                </a:cubicBezTo>
                <a:cubicBezTo>
                  <a:pt x="7783115" y="659606"/>
                  <a:pt x="7767637" y="711200"/>
                  <a:pt x="7736681" y="758428"/>
                </a:cubicBezTo>
                <a:cubicBezTo>
                  <a:pt x="7705725" y="805656"/>
                  <a:pt x="7662466" y="841474"/>
                  <a:pt x="7606903" y="865882"/>
                </a:cubicBezTo>
                <a:cubicBezTo>
                  <a:pt x="7551341" y="890290"/>
                  <a:pt x="7481292" y="902494"/>
                  <a:pt x="7396758" y="902494"/>
                </a:cubicBezTo>
                <a:cubicBezTo>
                  <a:pt x="7248327" y="902494"/>
                  <a:pt x="7145536" y="873919"/>
                  <a:pt x="7088387" y="816769"/>
                </a:cubicBezTo>
                <a:cubicBezTo>
                  <a:pt x="7031236" y="759619"/>
                  <a:pt x="6998891" y="686991"/>
                  <a:pt x="6991350" y="598885"/>
                </a:cubicBezTo>
                <a:lnTo>
                  <a:pt x="7247930" y="582811"/>
                </a:lnTo>
                <a:cubicBezTo>
                  <a:pt x="7253487" y="624483"/>
                  <a:pt x="7264797" y="656233"/>
                  <a:pt x="7281863" y="678061"/>
                </a:cubicBezTo>
                <a:cubicBezTo>
                  <a:pt x="7309644" y="713383"/>
                  <a:pt x="7349332" y="731044"/>
                  <a:pt x="7400926" y="731044"/>
                </a:cubicBezTo>
                <a:cubicBezTo>
                  <a:pt x="7439422" y="731044"/>
                  <a:pt x="7469089" y="722015"/>
                  <a:pt x="7489924" y="703957"/>
                </a:cubicBezTo>
                <a:cubicBezTo>
                  <a:pt x="7510760" y="685899"/>
                  <a:pt x="7521178" y="664964"/>
                  <a:pt x="7521178" y="641152"/>
                </a:cubicBezTo>
                <a:cubicBezTo>
                  <a:pt x="7521178" y="618530"/>
                  <a:pt x="7511257" y="598289"/>
                  <a:pt x="7491413" y="580430"/>
                </a:cubicBezTo>
                <a:cubicBezTo>
                  <a:pt x="7471569" y="562571"/>
                  <a:pt x="7425532" y="545703"/>
                  <a:pt x="7353300" y="529828"/>
                </a:cubicBezTo>
                <a:cubicBezTo>
                  <a:pt x="7235032" y="503238"/>
                  <a:pt x="7150696" y="467916"/>
                  <a:pt x="7100292" y="423863"/>
                </a:cubicBezTo>
                <a:cubicBezTo>
                  <a:pt x="7049493" y="379810"/>
                  <a:pt x="7024092" y="323652"/>
                  <a:pt x="7024092" y="255389"/>
                </a:cubicBezTo>
                <a:cubicBezTo>
                  <a:pt x="7024092" y="210542"/>
                  <a:pt x="7037090" y="168176"/>
                  <a:pt x="7063086" y="128290"/>
                </a:cubicBezTo>
                <a:cubicBezTo>
                  <a:pt x="7089081" y="88404"/>
                  <a:pt x="7128173" y="57051"/>
                  <a:pt x="7180362" y="34231"/>
                </a:cubicBezTo>
                <a:cubicBezTo>
                  <a:pt x="7232551" y="11410"/>
                  <a:pt x="7304088" y="0"/>
                  <a:pt x="73949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reflection blurRad="279400" stA="50000" endA="300" endPos="90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806929-6164-69CF-44E9-00FE56CC16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F0F14">
                  <a:lumMod val="0"/>
                </a:srgbClr>
              </a:gs>
              <a:gs pos="100000">
                <a:schemeClr val="bg1">
                  <a:alpha val="0"/>
                  <a:lumMod val="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04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0F14"/>
            </a:gs>
            <a:gs pos="100000">
              <a:srgbClr val="181822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E260F3-8382-D1CD-A8E8-A13BA9D6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1F26E0D-5F27-42A2-0A51-88FC90AE79AA}"/>
              </a:ext>
            </a:extLst>
          </p:cNvPr>
          <p:cNvSpPr/>
          <p:nvPr/>
        </p:nvSpPr>
        <p:spPr>
          <a:xfrm>
            <a:off x="457201" y="4709160"/>
            <a:ext cx="11277598" cy="1968500"/>
          </a:xfrm>
          <a:custGeom>
            <a:avLst/>
            <a:gdLst/>
            <a:ahLst/>
            <a:cxnLst/>
            <a:rect l="l" t="t" r="r" b="b"/>
            <a:pathLst>
              <a:path w="15681126" h="902494">
                <a:moveTo>
                  <a:pt x="6652914" y="241102"/>
                </a:moveTo>
                <a:lnTo>
                  <a:pt x="6557590" y="554831"/>
                </a:lnTo>
                <a:lnTo>
                  <a:pt x="6749243" y="554831"/>
                </a:lnTo>
                <a:close/>
                <a:moveTo>
                  <a:pt x="13380838" y="212527"/>
                </a:moveTo>
                <a:lnTo>
                  <a:pt x="13380838" y="689372"/>
                </a:lnTo>
                <a:lnTo>
                  <a:pt x="13446918" y="689372"/>
                </a:lnTo>
                <a:cubicBezTo>
                  <a:pt x="13503274" y="689372"/>
                  <a:pt x="13543358" y="683121"/>
                  <a:pt x="13567171" y="670620"/>
                </a:cubicBezTo>
                <a:cubicBezTo>
                  <a:pt x="13590983" y="658118"/>
                  <a:pt x="13609637" y="636290"/>
                  <a:pt x="13623130" y="605135"/>
                </a:cubicBezTo>
                <a:cubicBezTo>
                  <a:pt x="13636624" y="573981"/>
                  <a:pt x="13643371" y="523478"/>
                  <a:pt x="13643371" y="453628"/>
                </a:cubicBezTo>
                <a:cubicBezTo>
                  <a:pt x="13643371" y="361157"/>
                  <a:pt x="13628289" y="297855"/>
                  <a:pt x="13598127" y="263724"/>
                </a:cubicBezTo>
                <a:cubicBezTo>
                  <a:pt x="13567965" y="229592"/>
                  <a:pt x="13517959" y="212527"/>
                  <a:pt x="13448108" y="212527"/>
                </a:cubicBezTo>
                <a:close/>
                <a:moveTo>
                  <a:pt x="8904088" y="204192"/>
                </a:moveTo>
                <a:cubicBezTo>
                  <a:pt x="8849716" y="204192"/>
                  <a:pt x="8806060" y="223441"/>
                  <a:pt x="8773119" y="261938"/>
                </a:cubicBezTo>
                <a:cubicBezTo>
                  <a:pt x="8740179" y="300435"/>
                  <a:pt x="8723708" y="364133"/>
                  <a:pt x="8723708" y="453033"/>
                </a:cubicBezTo>
                <a:cubicBezTo>
                  <a:pt x="8723708" y="541139"/>
                  <a:pt x="8740079" y="604441"/>
                  <a:pt x="8772822" y="642938"/>
                </a:cubicBezTo>
                <a:cubicBezTo>
                  <a:pt x="8805564" y="681434"/>
                  <a:pt x="8850113" y="700683"/>
                  <a:pt x="8906469" y="700683"/>
                </a:cubicBezTo>
                <a:cubicBezTo>
                  <a:pt x="8964413" y="700683"/>
                  <a:pt x="9009260" y="681831"/>
                  <a:pt x="9041010" y="644128"/>
                </a:cubicBezTo>
                <a:cubicBezTo>
                  <a:pt x="9072760" y="606425"/>
                  <a:pt x="9088635" y="538758"/>
                  <a:pt x="9088635" y="441127"/>
                </a:cubicBezTo>
                <a:cubicBezTo>
                  <a:pt x="9088635" y="358974"/>
                  <a:pt x="9072066" y="298946"/>
                  <a:pt x="9038926" y="261045"/>
                </a:cubicBezTo>
                <a:cubicBezTo>
                  <a:pt x="9005787" y="223143"/>
                  <a:pt x="8960841" y="204192"/>
                  <a:pt x="8904088" y="204192"/>
                </a:cubicBezTo>
                <a:close/>
                <a:moveTo>
                  <a:pt x="270867" y="192286"/>
                </a:moveTo>
                <a:lnTo>
                  <a:pt x="270867" y="386953"/>
                </a:lnTo>
                <a:lnTo>
                  <a:pt x="336947" y="386953"/>
                </a:lnTo>
                <a:cubicBezTo>
                  <a:pt x="388938" y="386953"/>
                  <a:pt x="425450" y="377924"/>
                  <a:pt x="446484" y="359867"/>
                </a:cubicBezTo>
                <a:cubicBezTo>
                  <a:pt x="467519" y="341809"/>
                  <a:pt x="478036" y="318691"/>
                  <a:pt x="478036" y="290513"/>
                </a:cubicBezTo>
                <a:cubicBezTo>
                  <a:pt x="478036" y="263128"/>
                  <a:pt x="468907" y="239911"/>
                  <a:pt x="450651" y="220861"/>
                </a:cubicBezTo>
                <a:cubicBezTo>
                  <a:pt x="432396" y="201811"/>
                  <a:pt x="398065" y="192286"/>
                  <a:pt x="347663" y="192286"/>
                </a:cubicBezTo>
                <a:close/>
                <a:moveTo>
                  <a:pt x="1151930" y="191096"/>
                </a:moveTo>
                <a:lnTo>
                  <a:pt x="1151930" y="368499"/>
                </a:lnTo>
                <a:lnTo>
                  <a:pt x="1265635" y="368499"/>
                </a:lnTo>
                <a:cubicBezTo>
                  <a:pt x="1277937" y="368499"/>
                  <a:pt x="1301750" y="364530"/>
                  <a:pt x="1337072" y="356592"/>
                </a:cubicBezTo>
                <a:cubicBezTo>
                  <a:pt x="1354932" y="353021"/>
                  <a:pt x="1369516" y="343892"/>
                  <a:pt x="1380827" y="329208"/>
                </a:cubicBezTo>
                <a:cubicBezTo>
                  <a:pt x="1392138" y="314524"/>
                  <a:pt x="1397794" y="297657"/>
                  <a:pt x="1397794" y="278607"/>
                </a:cubicBezTo>
                <a:cubicBezTo>
                  <a:pt x="1397794" y="250428"/>
                  <a:pt x="1388864" y="228799"/>
                  <a:pt x="1371005" y="213717"/>
                </a:cubicBezTo>
                <a:cubicBezTo>
                  <a:pt x="1353145" y="198636"/>
                  <a:pt x="1319610" y="191096"/>
                  <a:pt x="1270397" y="191096"/>
                </a:cubicBezTo>
                <a:close/>
                <a:moveTo>
                  <a:pt x="14059494" y="14883"/>
                </a:moveTo>
                <a:lnTo>
                  <a:pt x="14782204" y="14883"/>
                </a:lnTo>
                <a:lnTo>
                  <a:pt x="14782204" y="201216"/>
                </a:lnTo>
                <a:lnTo>
                  <a:pt x="14329766" y="201216"/>
                </a:lnTo>
                <a:lnTo>
                  <a:pt x="14329766" y="339924"/>
                </a:lnTo>
                <a:lnTo>
                  <a:pt x="14749462" y="339924"/>
                </a:lnTo>
                <a:lnTo>
                  <a:pt x="14749462" y="517922"/>
                </a:lnTo>
                <a:lnTo>
                  <a:pt x="14329766" y="517922"/>
                </a:lnTo>
                <a:lnTo>
                  <a:pt x="14329766" y="689967"/>
                </a:lnTo>
                <a:lnTo>
                  <a:pt x="14795301" y="689967"/>
                </a:lnTo>
                <a:lnTo>
                  <a:pt x="14795301" y="887611"/>
                </a:lnTo>
                <a:lnTo>
                  <a:pt x="14059494" y="887611"/>
                </a:lnTo>
                <a:close/>
                <a:moveTo>
                  <a:pt x="13111162" y="14883"/>
                </a:moveTo>
                <a:lnTo>
                  <a:pt x="13511807" y="14883"/>
                </a:lnTo>
                <a:cubicBezTo>
                  <a:pt x="13590785" y="14883"/>
                  <a:pt x="13654583" y="25599"/>
                  <a:pt x="13703200" y="47030"/>
                </a:cubicBezTo>
                <a:cubicBezTo>
                  <a:pt x="13751817" y="68461"/>
                  <a:pt x="13792000" y="99219"/>
                  <a:pt x="13823751" y="139303"/>
                </a:cubicBezTo>
                <a:cubicBezTo>
                  <a:pt x="13855501" y="179388"/>
                  <a:pt x="13878519" y="226021"/>
                  <a:pt x="13892807" y="279202"/>
                </a:cubicBezTo>
                <a:cubicBezTo>
                  <a:pt x="13907094" y="332383"/>
                  <a:pt x="13914238" y="388739"/>
                  <a:pt x="13914238" y="448271"/>
                </a:cubicBezTo>
                <a:cubicBezTo>
                  <a:pt x="13914238" y="541536"/>
                  <a:pt x="13903621" y="613867"/>
                  <a:pt x="13882389" y="665262"/>
                </a:cubicBezTo>
                <a:cubicBezTo>
                  <a:pt x="13861156" y="716657"/>
                  <a:pt x="13831688" y="759718"/>
                  <a:pt x="13793985" y="794445"/>
                </a:cubicBezTo>
                <a:cubicBezTo>
                  <a:pt x="13756281" y="829171"/>
                  <a:pt x="13715800" y="852289"/>
                  <a:pt x="13672541" y="863799"/>
                </a:cubicBezTo>
                <a:cubicBezTo>
                  <a:pt x="13613406" y="879673"/>
                  <a:pt x="13559828" y="887611"/>
                  <a:pt x="13511807" y="887611"/>
                </a:cubicBezTo>
                <a:lnTo>
                  <a:pt x="13111162" y="887611"/>
                </a:lnTo>
                <a:close/>
                <a:moveTo>
                  <a:pt x="12642055" y="14883"/>
                </a:moveTo>
                <a:lnTo>
                  <a:pt x="12912327" y="14883"/>
                </a:lnTo>
                <a:lnTo>
                  <a:pt x="12912327" y="887611"/>
                </a:lnTo>
                <a:lnTo>
                  <a:pt x="12642055" y="887611"/>
                </a:lnTo>
                <a:close/>
                <a:moveTo>
                  <a:pt x="11821715" y="14883"/>
                </a:moveTo>
                <a:lnTo>
                  <a:pt x="12091391" y="14883"/>
                </a:lnTo>
                <a:lnTo>
                  <a:pt x="12091391" y="672703"/>
                </a:lnTo>
                <a:lnTo>
                  <a:pt x="12512277" y="672703"/>
                </a:lnTo>
                <a:lnTo>
                  <a:pt x="12512277" y="887611"/>
                </a:lnTo>
                <a:lnTo>
                  <a:pt x="11821715" y="887611"/>
                </a:lnTo>
                <a:close/>
                <a:moveTo>
                  <a:pt x="9508926" y="14883"/>
                </a:moveTo>
                <a:lnTo>
                  <a:pt x="9760743" y="14883"/>
                </a:lnTo>
                <a:lnTo>
                  <a:pt x="10089355" y="497719"/>
                </a:lnTo>
                <a:lnTo>
                  <a:pt x="10089355" y="14883"/>
                </a:lnTo>
                <a:lnTo>
                  <a:pt x="10343554" y="14883"/>
                </a:lnTo>
                <a:lnTo>
                  <a:pt x="10343554" y="887611"/>
                </a:lnTo>
                <a:lnTo>
                  <a:pt x="10089355" y="887611"/>
                </a:lnTo>
                <a:lnTo>
                  <a:pt x="9762529" y="408422"/>
                </a:lnTo>
                <a:lnTo>
                  <a:pt x="9762529" y="887611"/>
                </a:lnTo>
                <a:lnTo>
                  <a:pt x="9508926" y="887611"/>
                </a:lnTo>
                <a:close/>
                <a:moveTo>
                  <a:pt x="8022431" y="14883"/>
                </a:moveTo>
                <a:lnTo>
                  <a:pt x="8292702" y="14883"/>
                </a:lnTo>
                <a:lnTo>
                  <a:pt x="8292702" y="887611"/>
                </a:lnTo>
                <a:lnTo>
                  <a:pt x="8022431" y="887611"/>
                </a:lnTo>
                <a:close/>
                <a:moveTo>
                  <a:pt x="7074098" y="14883"/>
                </a:moveTo>
                <a:lnTo>
                  <a:pt x="7893843" y="14883"/>
                </a:lnTo>
                <a:lnTo>
                  <a:pt x="7893843" y="230386"/>
                </a:lnTo>
                <a:lnTo>
                  <a:pt x="7618809" y="230386"/>
                </a:lnTo>
                <a:lnTo>
                  <a:pt x="7618809" y="887611"/>
                </a:lnTo>
                <a:lnTo>
                  <a:pt x="7349132" y="887611"/>
                </a:lnTo>
                <a:lnTo>
                  <a:pt x="7349132" y="230386"/>
                </a:lnTo>
                <a:lnTo>
                  <a:pt x="7074098" y="230386"/>
                </a:lnTo>
                <a:close/>
                <a:moveTo>
                  <a:pt x="6509147" y="14883"/>
                </a:moveTo>
                <a:lnTo>
                  <a:pt x="6803305" y="14883"/>
                </a:lnTo>
                <a:lnTo>
                  <a:pt x="7131248" y="887611"/>
                </a:lnTo>
                <a:lnTo>
                  <a:pt x="6848847" y="887611"/>
                </a:lnTo>
                <a:lnTo>
                  <a:pt x="6805184" y="743545"/>
                </a:lnTo>
                <a:lnTo>
                  <a:pt x="6499017" y="743545"/>
                </a:lnTo>
                <a:lnTo>
                  <a:pt x="6456480" y="887611"/>
                </a:lnTo>
                <a:lnTo>
                  <a:pt x="6181129" y="887611"/>
                </a:lnTo>
                <a:close/>
                <a:moveTo>
                  <a:pt x="5416748" y="14883"/>
                </a:moveTo>
                <a:lnTo>
                  <a:pt x="6236493" y="14883"/>
                </a:lnTo>
                <a:lnTo>
                  <a:pt x="6236493" y="230386"/>
                </a:lnTo>
                <a:lnTo>
                  <a:pt x="5961459" y="230386"/>
                </a:lnTo>
                <a:lnTo>
                  <a:pt x="5961459" y="887611"/>
                </a:lnTo>
                <a:lnTo>
                  <a:pt x="5691782" y="887611"/>
                </a:lnTo>
                <a:lnTo>
                  <a:pt x="5691782" y="230386"/>
                </a:lnTo>
                <a:lnTo>
                  <a:pt x="5416748" y="230386"/>
                </a:lnTo>
                <a:close/>
                <a:moveTo>
                  <a:pt x="4460676" y="14883"/>
                </a:moveTo>
                <a:lnTo>
                  <a:pt x="4712494" y="14883"/>
                </a:lnTo>
                <a:lnTo>
                  <a:pt x="5041106" y="497719"/>
                </a:lnTo>
                <a:lnTo>
                  <a:pt x="5041106" y="14883"/>
                </a:lnTo>
                <a:lnTo>
                  <a:pt x="5295304" y="14883"/>
                </a:lnTo>
                <a:lnTo>
                  <a:pt x="5295304" y="887611"/>
                </a:lnTo>
                <a:lnTo>
                  <a:pt x="5041106" y="887611"/>
                </a:lnTo>
                <a:lnTo>
                  <a:pt x="4714280" y="408422"/>
                </a:lnTo>
                <a:lnTo>
                  <a:pt x="4714280" y="887611"/>
                </a:lnTo>
                <a:lnTo>
                  <a:pt x="4460676" y="887611"/>
                </a:lnTo>
                <a:close/>
                <a:moveTo>
                  <a:pt x="3581995" y="14883"/>
                </a:moveTo>
                <a:lnTo>
                  <a:pt x="4304705" y="14883"/>
                </a:lnTo>
                <a:lnTo>
                  <a:pt x="4304705" y="201216"/>
                </a:lnTo>
                <a:lnTo>
                  <a:pt x="3852267" y="201216"/>
                </a:lnTo>
                <a:lnTo>
                  <a:pt x="3852267" y="339924"/>
                </a:lnTo>
                <a:lnTo>
                  <a:pt x="4271962" y="339924"/>
                </a:lnTo>
                <a:lnTo>
                  <a:pt x="4271962" y="517922"/>
                </a:lnTo>
                <a:lnTo>
                  <a:pt x="3852267" y="517922"/>
                </a:lnTo>
                <a:lnTo>
                  <a:pt x="3852267" y="689967"/>
                </a:lnTo>
                <a:lnTo>
                  <a:pt x="4317801" y="689967"/>
                </a:lnTo>
                <a:lnTo>
                  <a:pt x="4317801" y="887611"/>
                </a:lnTo>
                <a:lnTo>
                  <a:pt x="3581995" y="887611"/>
                </a:lnTo>
                <a:close/>
                <a:moveTo>
                  <a:pt x="1829395" y="14883"/>
                </a:moveTo>
                <a:lnTo>
                  <a:pt x="2552104" y="14883"/>
                </a:lnTo>
                <a:lnTo>
                  <a:pt x="2552104" y="201216"/>
                </a:lnTo>
                <a:lnTo>
                  <a:pt x="2099668" y="201216"/>
                </a:lnTo>
                <a:lnTo>
                  <a:pt x="2099668" y="339924"/>
                </a:lnTo>
                <a:lnTo>
                  <a:pt x="2519362" y="339924"/>
                </a:lnTo>
                <a:lnTo>
                  <a:pt x="2519362" y="517922"/>
                </a:lnTo>
                <a:lnTo>
                  <a:pt x="2099668" y="517922"/>
                </a:lnTo>
                <a:lnTo>
                  <a:pt x="2099668" y="689967"/>
                </a:lnTo>
                <a:lnTo>
                  <a:pt x="2565202" y="689967"/>
                </a:lnTo>
                <a:lnTo>
                  <a:pt x="2565202" y="887611"/>
                </a:lnTo>
                <a:lnTo>
                  <a:pt x="1829395" y="887611"/>
                </a:lnTo>
                <a:close/>
                <a:moveTo>
                  <a:pt x="881063" y="14883"/>
                </a:moveTo>
                <a:lnTo>
                  <a:pt x="1330523" y="14883"/>
                </a:lnTo>
                <a:cubicBezTo>
                  <a:pt x="1413867" y="14883"/>
                  <a:pt x="1477566" y="22027"/>
                  <a:pt x="1521618" y="36314"/>
                </a:cubicBezTo>
                <a:cubicBezTo>
                  <a:pt x="1565672" y="50602"/>
                  <a:pt x="1601192" y="77093"/>
                  <a:pt x="1628180" y="115789"/>
                </a:cubicBezTo>
                <a:cubicBezTo>
                  <a:pt x="1655167" y="154484"/>
                  <a:pt x="1668661" y="201613"/>
                  <a:pt x="1668661" y="257175"/>
                </a:cubicBezTo>
                <a:cubicBezTo>
                  <a:pt x="1668661" y="305594"/>
                  <a:pt x="1658336" y="347365"/>
                  <a:pt x="1637686" y="382489"/>
                </a:cubicBezTo>
                <a:cubicBezTo>
                  <a:pt x="1617036" y="417612"/>
                  <a:pt x="1588645" y="446088"/>
                  <a:pt x="1552510" y="467916"/>
                </a:cubicBezTo>
                <a:cubicBezTo>
                  <a:pt x="1529479" y="481807"/>
                  <a:pt x="1497908" y="493316"/>
                  <a:pt x="1457799" y="502444"/>
                </a:cubicBezTo>
                <a:cubicBezTo>
                  <a:pt x="1489922" y="513172"/>
                  <a:pt x="1513321" y="523897"/>
                  <a:pt x="1528000" y="534619"/>
                </a:cubicBezTo>
                <a:cubicBezTo>
                  <a:pt x="1537916" y="541769"/>
                  <a:pt x="1552293" y="557062"/>
                  <a:pt x="1571132" y="580500"/>
                </a:cubicBezTo>
                <a:cubicBezTo>
                  <a:pt x="1589972" y="603937"/>
                  <a:pt x="1602562" y="622012"/>
                  <a:pt x="1608906" y="634724"/>
                </a:cubicBezTo>
                <a:lnTo>
                  <a:pt x="1739503" y="887611"/>
                </a:lnTo>
                <a:lnTo>
                  <a:pt x="1434787" y="887611"/>
                </a:lnTo>
                <a:lnTo>
                  <a:pt x="1290638" y="620911"/>
                </a:lnTo>
                <a:cubicBezTo>
                  <a:pt x="1272381" y="586383"/>
                  <a:pt x="1256110" y="563959"/>
                  <a:pt x="1241822" y="553641"/>
                </a:cubicBezTo>
                <a:cubicBezTo>
                  <a:pt x="1222375" y="540147"/>
                  <a:pt x="1200349" y="533400"/>
                  <a:pt x="1175742" y="533400"/>
                </a:cubicBezTo>
                <a:lnTo>
                  <a:pt x="1151930" y="533400"/>
                </a:lnTo>
                <a:lnTo>
                  <a:pt x="1151930" y="887611"/>
                </a:lnTo>
                <a:lnTo>
                  <a:pt x="881063" y="887611"/>
                </a:lnTo>
                <a:close/>
                <a:moveTo>
                  <a:pt x="0" y="14883"/>
                </a:moveTo>
                <a:lnTo>
                  <a:pt x="448271" y="14883"/>
                </a:lnTo>
                <a:cubicBezTo>
                  <a:pt x="545902" y="14883"/>
                  <a:pt x="619026" y="38100"/>
                  <a:pt x="667643" y="84535"/>
                </a:cubicBezTo>
                <a:cubicBezTo>
                  <a:pt x="716260" y="130969"/>
                  <a:pt x="740568" y="197049"/>
                  <a:pt x="740568" y="282774"/>
                </a:cubicBezTo>
                <a:cubicBezTo>
                  <a:pt x="740568" y="370880"/>
                  <a:pt x="714078" y="439738"/>
                  <a:pt x="661094" y="489347"/>
                </a:cubicBezTo>
                <a:cubicBezTo>
                  <a:pt x="608111" y="538956"/>
                  <a:pt x="527249" y="563761"/>
                  <a:pt x="418505" y="563761"/>
                </a:cubicBezTo>
                <a:lnTo>
                  <a:pt x="270867" y="563761"/>
                </a:lnTo>
                <a:lnTo>
                  <a:pt x="270867" y="887611"/>
                </a:lnTo>
                <a:lnTo>
                  <a:pt x="0" y="887611"/>
                </a:lnTo>
                <a:close/>
                <a:moveTo>
                  <a:pt x="15292982" y="0"/>
                </a:moveTo>
                <a:cubicBezTo>
                  <a:pt x="15404504" y="0"/>
                  <a:pt x="15489534" y="20737"/>
                  <a:pt x="15548073" y="62210"/>
                </a:cubicBezTo>
                <a:cubicBezTo>
                  <a:pt x="15606613" y="103684"/>
                  <a:pt x="15641438" y="169664"/>
                  <a:pt x="15652551" y="260152"/>
                </a:cubicBezTo>
                <a:lnTo>
                  <a:pt x="15398352" y="275035"/>
                </a:lnTo>
                <a:cubicBezTo>
                  <a:pt x="15391605" y="235744"/>
                  <a:pt x="15377417" y="207169"/>
                  <a:pt x="15355787" y="189310"/>
                </a:cubicBezTo>
                <a:cubicBezTo>
                  <a:pt x="15334157" y="171450"/>
                  <a:pt x="15304293" y="162521"/>
                  <a:pt x="15266193" y="162521"/>
                </a:cubicBezTo>
                <a:cubicBezTo>
                  <a:pt x="15234840" y="162521"/>
                  <a:pt x="15211225" y="169168"/>
                  <a:pt x="15195351" y="182464"/>
                </a:cubicBezTo>
                <a:cubicBezTo>
                  <a:pt x="15179476" y="195759"/>
                  <a:pt x="15171538" y="211932"/>
                  <a:pt x="15171538" y="230982"/>
                </a:cubicBezTo>
                <a:cubicBezTo>
                  <a:pt x="15171538" y="244872"/>
                  <a:pt x="15178087" y="257374"/>
                  <a:pt x="15191183" y="268486"/>
                </a:cubicBezTo>
                <a:cubicBezTo>
                  <a:pt x="15203884" y="279996"/>
                  <a:pt x="15234046" y="290711"/>
                  <a:pt x="15281671" y="300633"/>
                </a:cubicBezTo>
                <a:cubicBezTo>
                  <a:pt x="15399543" y="326033"/>
                  <a:pt x="15483978" y="351731"/>
                  <a:pt x="15534976" y="377726"/>
                </a:cubicBezTo>
                <a:cubicBezTo>
                  <a:pt x="15585974" y="403721"/>
                  <a:pt x="15623083" y="435967"/>
                  <a:pt x="15646300" y="474464"/>
                </a:cubicBezTo>
                <a:cubicBezTo>
                  <a:pt x="15669517" y="512961"/>
                  <a:pt x="15681126" y="556022"/>
                  <a:pt x="15681126" y="603647"/>
                </a:cubicBezTo>
                <a:cubicBezTo>
                  <a:pt x="15681126" y="659606"/>
                  <a:pt x="15665647" y="711200"/>
                  <a:pt x="15634691" y="758428"/>
                </a:cubicBezTo>
                <a:cubicBezTo>
                  <a:pt x="15603735" y="805656"/>
                  <a:pt x="15560476" y="841474"/>
                  <a:pt x="15504913" y="865882"/>
                </a:cubicBezTo>
                <a:cubicBezTo>
                  <a:pt x="15449350" y="890290"/>
                  <a:pt x="15379302" y="902494"/>
                  <a:pt x="15294768" y="902494"/>
                </a:cubicBezTo>
                <a:cubicBezTo>
                  <a:pt x="15146336" y="902494"/>
                  <a:pt x="15043546" y="873919"/>
                  <a:pt x="14986396" y="816769"/>
                </a:cubicBezTo>
                <a:cubicBezTo>
                  <a:pt x="14929246" y="759619"/>
                  <a:pt x="14896900" y="686991"/>
                  <a:pt x="14889360" y="598884"/>
                </a:cubicBezTo>
                <a:lnTo>
                  <a:pt x="15145940" y="582811"/>
                </a:lnTo>
                <a:cubicBezTo>
                  <a:pt x="15151496" y="624483"/>
                  <a:pt x="15162807" y="656233"/>
                  <a:pt x="15179872" y="678061"/>
                </a:cubicBezTo>
                <a:cubicBezTo>
                  <a:pt x="15207653" y="713383"/>
                  <a:pt x="15247342" y="731044"/>
                  <a:pt x="15298935" y="731044"/>
                </a:cubicBezTo>
                <a:cubicBezTo>
                  <a:pt x="15337431" y="731044"/>
                  <a:pt x="15367098" y="722015"/>
                  <a:pt x="15387934" y="703957"/>
                </a:cubicBezTo>
                <a:cubicBezTo>
                  <a:pt x="15408770" y="685899"/>
                  <a:pt x="15419188" y="664964"/>
                  <a:pt x="15419188" y="641152"/>
                </a:cubicBezTo>
                <a:cubicBezTo>
                  <a:pt x="15419188" y="618530"/>
                  <a:pt x="15409267" y="598289"/>
                  <a:pt x="15389422" y="580430"/>
                </a:cubicBezTo>
                <a:cubicBezTo>
                  <a:pt x="15369578" y="562570"/>
                  <a:pt x="15323542" y="545703"/>
                  <a:pt x="15251310" y="529828"/>
                </a:cubicBezTo>
                <a:cubicBezTo>
                  <a:pt x="15133042" y="503238"/>
                  <a:pt x="15048705" y="467916"/>
                  <a:pt x="14998302" y="423863"/>
                </a:cubicBezTo>
                <a:cubicBezTo>
                  <a:pt x="14947502" y="379810"/>
                  <a:pt x="14922102" y="323652"/>
                  <a:pt x="14922102" y="255389"/>
                </a:cubicBezTo>
                <a:cubicBezTo>
                  <a:pt x="14922102" y="210542"/>
                  <a:pt x="14935100" y="168176"/>
                  <a:pt x="14961095" y="128290"/>
                </a:cubicBezTo>
                <a:cubicBezTo>
                  <a:pt x="14987090" y="88404"/>
                  <a:pt x="15026183" y="57051"/>
                  <a:pt x="15078372" y="34231"/>
                </a:cubicBezTo>
                <a:cubicBezTo>
                  <a:pt x="15130560" y="11410"/>
                  <a:pt x="15202098" y="0"/>
                  <a:pt x="15292982" y="0"/>
                </a:cubicBezTo>
                <a:close/>
                <a:moveTo>
                  <a:pt x="11302007" y="0"/>
                </a:moveTo>
                <a:cubicBezTo>
                  <a:pt x="11413529" y="0"/>
                  <a:pt x="11498559" y="20737"/>
                  <a:pt x="11557098" y="62210"/>
                </a:cubicBezTo>
                <a:cubicBezTo>
                  <a:pt x="11615638" y="103684"/>
                  <a:pt x="11650463" y="169664"/>
                  <a:pt x="11661576" y="260152"/>
                </a:cubicBezTo>
                <a:lnTo>
                  <a:pt x="11407377" y="275035"/>
                </a:lnTo>
                <a:cubicBezTo>
                  <a:pt x="11400630" y="235744"/>
                  <a:pt x="11386442" y="207169"/>
                  <a:pt x="11364812" y="189310"/>
                </a:cubicBezTo>
                <a:cubicBezTo>
                  <a:pt x="11343182" y="171450"/>
                  <a:pt x="11313318" y="162521"/>
                  <a:pt x="11275218" y="162521"/>
                </a:cubicBezTo>
                <a:cubicBezTo>
                  <a:pt x="11243865" y="162521"/>
                  <a:pt x="11220250" y="169168"/>
                  <a:pt x="11204376" y="182464"/>
                </a:cubicBezTo>
                <a:cubicBezTo>
                  <a:pt x="11188501" y="195759"/>
                  <a:pt x="11180563" y="211932"/>
                  <a:pt x="11180563" y="230982"/>
                </a:cubicBezTo>
                <a:cubicBezTo>
                  <a:pt x="11180563" y="244872"/>
                  <a:pt x="11187112" y="257374"/>
                  <a:pt x="11200208" y="268486"/>
                </a:cubicBezTo>
                <a:cubicBezTo>
                  <a:pt x="11212909" y="279996"/>
                  <a:pt x="11243071" y="290711"/>
                  <a:pt x="11290696" y="300633"/>
                </a:cubicBezTo>
                <a:cubicBezTo>
                  <a:pt x="11408568" y="326033"/>
                  <a:pt x="11493003" y="351731"/>
                  <a:pt x="11544001" y="377726"/>
                </a:cubicBezTo>
                <a:cubicBezTo>
                  <a:pt x="11594999" y="403721"/>
                  <a:pt x="11632108" y="435967"/>
                  <a:pt x="11655325" y="474464"/>
                </a:cubicBezTo>
                <a:cubicBezTo>
                  <a:pt x="11678542" y="512961"/>
                  <a:pt x="11690151" y="556022"/>
                  <a:pt x="11690151" y="603647"/>
                </a:cubicBezTo>
                <a:cubicBezTo>
                  <a:pt x="11690151" y="659606"/>
                  <a:pt x="11674672" y="711200"/>
                  <a:pt x="11643716" y="758428"/>
                </a:cubicBezTo>
                <a:cubicBezTo>
                  <a:pt x="11612760" y="805656"/>
                  <a:pt x="11569501" y="841474"/>
                  <a:pt x="11513938" y="865882"/>
                </a:cubicBezTo>
                <a:cubicBezTo>
                  <a:pt x="11458375" y="890290"/>
                  <a:pt x="11388327" y="902494"/>
                  <a:pt x="11303793" y="902494"/>
                </a:cubicBezTo>
                <a:cubicBezTo>
                  <a:pt x="11155361" y="902494"/>
                  <a:pt x="11052571" y="873919"/>
                  <a:pt x="10995421" y="816769"/>
                </a:cubicBezTo>
                <a:cubicBezTo>
                  <a:pt x="10938271" y="759619"/>
                  <a:pt x="10905925" y="686991"/>
                  <a:pt x="10898385" y="598884"/>
                </a:cubicBezTo>
                <a:lnTo>
                  <a:pt x="11154965" y="582811"/>
                </a:lnTo>
                <a:cubicBezTo>
                  <a:pt x="11160521" y="624483"/>
                  <a:pt x="11171832" y="656233"/>
                  <a:pt x="11188897" y="678061"/>
                </a:cubicBezTo>
                <a:cubicBezTo>
                  <a:pt x="11216678" y="713383"/>
                  <a:pt x="11256367" y="731044"/>
                  <a:pt x="11307960" y="731044"/>
                </a:cubicBezTo>
                <a:cubicBezTo>
                  <a:pt x="11346456" y="731044"/>
                  <a:pt x="11376123" y="722015"/>
                  <a:pt x="11396959" y="703957"/>
                </a:cubicBezTo>
                <a:cubicBezTo>
                  <a:pt x="11417795" y="685899"/>
                  <a:pt x="11428213" y="664964"/>
                  <a:pt x="11428213" y="641152"/>
                </a:cubicBezTo>
                <a:cubicBezTo>
                  <a:pt x="11428213" y="618530"/>
                  <a:pt x="11418292" y="598289"/>
                  <a:pt x="11398447" y="580430"/>
                </a:cubicBezTo>
                <a:cubicBezTo>
                  <a:pt x="11378603" y="562570"/>
                  <a:pt x="11332567" y="545703"/>
                  <a:pt x="11260335" y="529828"/>
                </a:cubicBezTo>
                <a:cubicBezTo>
                  <a:pt x="11142067" y="503238"/>
                  <a:pt x="11057730" y="467916"/>
                  <a:pt x="11007327" y="423863"/>
                </a:cubicBezTo>
                <a:cubicBezTo>
                  <a:pt x="10956527" y="379810"/>
                  <a:pt x="10931127" y="323652"/>
                  <a:pt x="10931127" y="255389"/>
                </a:cubicBezTo>
                <a:cubicBezTo>
                  <a:pt x="10931127" y="210542"/>
                  <a:pt x="10944125" y="168176"/>
                  <a:pt x="10970120" y="128290"/>
                </a:cubicBezTo>
                <a:cubicBezTo>
                  <a:pt x="10996115" y="88404"/>
                  <a:pt x="11035208" y="57051"/>
                  <a:pt x="11087397" y="34231"/>
                </a:cubicBezTo>
                <a:cubicBezTo>
                  <a:pt x="11139585" y="11410"/>
                  <a:pt x="11211123" y="0"/>
                  <a:pt x="11302007" y="0"/>
                </a:cubicBezTo>
                <a:close/>
                <a:moveTo>
                  <a:pt x="8904683" y="0"/>
                </a:moveTo>
                <a:cubicBezTo>
                  <a:pt x="9049940" y="0"/>
                  <a:pt x="9161858" y="38993"/>
                  <a:pt x="9240440" y="116979"/>
                </a:cubicBezTo>
                <a:cubicBezTo>
                  <a:pt x="9319021" y="194965"/>
                  <a:pt x="9358312" y="304205"/>
                  <a:pt x="9358312" y="444699"/>
                </a:cubicBezTo>
                <a:cubicBezTo>
                  <a:pt x="9358312" y="546695"/>
                  <a:pt x="9341147" y="630337"/>
                  <a:pt x="9306817" y="695623"/>
                </a:cubicBezTo>
                <a:cubicBezTo>
                  <a:pt x="9272487" y="760909"/>
                  <a:pt x="9222878" y="811709"/>
                  <a:pt x="9157989" y="848023"/>
                </a:cubicBezTo>
                <a:cubicBezTo>
                  <a:pt x="9093100" y="884337"/>
                  <a:pt x="9012237" y="902494"/>
                  <a:pt x="8915399" y="902494"/>
                </a:cubicBezTo>
                <a:cubicBezTo>
                  <a:pt x="8816974" y="902494"/>
                  <a:pt x="8735515" y="886817"/>
                  <a:pt x="8671023" y="855464"/>
                </a:cubicBezTo>
                <a:cubicBezTo>
                  <a:pt x="8606531" y="824111"/>
                  <a:pt x="8554243" y="774502"/>
                  <a:pt x="8514158" y="706636"/>
                </a:cubicBezTo>
                <a:cubicBezTo>
                  <a:pt x="8474074" y="638770"/>
                  <a:pt x="8454032" y="553839"/>
                  <a:pt x="8454032" y="451842"/>
                </a:cubicBezTo>
                <a:cubicBezTo>
                  <a:pt x="8454032" y="309364"/>
                  <a:pt x="8493720" y="198438"/>
                  <a:pt x="8573094" y="119063"/>
                </a:cubicBezTo>
                <a:cubicBezTo>
                  <a:pt x="8652469" y="39688"/>
                  <a:pt x="8762999" y="0"/>
                  <a:pt x="8904683" y="0"/>
                </a:cubicBezTo>
                <a:close/>
                <a:moveTo>
                  <a:pt x="3062883" y="0"/>
                </a:moveTo>
                <a:cubicBezTo>
                  <a:pt x="3174404" y="0"/>
                  <a:pt x="3259435" y="20737"/>
                  <a:pt x="3317974" y="62210"/>
                </a:cubicBezTo>
                <a:cubicBezTo>
                  <a:pt x="3376513" y="103684"/>
                  <a:pt x="3411339" y="169664"/>
                  <a:pt x="3422452" y="260152"/>
                </a:cubicBezTo>
                <a:lnTo>
                  <a:pt x="3168253" y="275035"/>
                </a:lnTo>
                <a:cubicBezTo>
                  <a:pt x="3161506" y="235744"/>
                  <a:pt x="3147318" y="207169"/>
                  <a:pt x="3125688" y="189310"/>
                </a:cubicBezTo>
                <a:cubicBezTo>
                  <a:pt x="3104058" y="171450"/>
                  <a:pt x="3074194" y="162521"/>
                  <a:pt x="3036094" y="162521"/>
                </a:cubicBezTo>
                <a:cubicBezTo>
                  <a:pt x="3004741" y="162521"/>
                  <a:pt x="2981126" y="169168"/>
                  <a:pt x="2965251" y="182464"/>
                </a:cubicBezTo>
                <a:cubicBezTo>
                  <a:pt x="2949377" y="195759"/>
                  <a:pt x="2941439" y="211932"/>
                  <a:pt x="2941439" y="230982"/>
                </a:cubicBezTo>
                <a:cubicBezTo>
                  <a:pt x="2941439" y="244872"/>
                  <a:pt x="2947987" y="257374"/>
                  <a:pt x="2961084" y="268486"/>
                </a:cubicBezTo>
                <a:cubicBezTo>
                  <a:pt x="2973784" y="279996"/>
                  <a:pt x="3003947" y="290711"/>
                  <a:pt x="3051572" y="300633"/>
                </a:cubicBezTo>
                <a:cubicBezTo>
                  <a:pt x="3169444" y="326033"/>
                  <a:pt x="3253879" y="351731"/>
                  <a:pt x="3304877" y="377726"/>
                </a:cubicBezTo>
                <a:cubicBezTo>
                  <a:pt x="3355876" y="403721"/>
                  <a:pt x="3392984" y="435967"/>
                  <a:pt x="3416201" y="474464"/>
                </a:cubicBezTo>
                <a:cubicBezTo>
                  <a:pt x="3439418" y="512961"/>
                  <a:pt x="3451027" y="556022"/>
                  <a:pt x="3451027" y="603647"/>
                </a:cubicBezTo>
                <a:cubicBezTo>
                  <a:pt x="3451027" y="659606"/>
                  <a:pt x="3435548" y="711200"/>
                  <a:pt x="3404592" y="758428"/>
                </a:cubicBezTo>
                <a:cubicBezTo>
                  <a:pt x="3373636" y="805656"/>
                  <a:pt x="3330377" y="841474"/>
                  <a:pt x="3274814" y="865882"/>
                </a:cubicBezTo>
                <a:cubicBezTo>
                  <a:pt x="3219251" y="890290"/>
                  <a:pt x="3149203" y="902494"/>
                  <a:pt x="3064669" y="902494"/>
                </a:cubicBezTo>
                <a:cubicBezTo>
                  <a:pt x="2916237" y="902494"/>
                  <a:pt x="2813447" y="873919"/>
                  <a:pt x="2756297" y="816769"/>
                </a:cubicBezTo>
                <a:cubicBezTo>
                  <a:pt x="2699147" y="759619"/>
                  <a:pt x="2666801" y="686991"/>
                  <a:pt x="2659261" y="598884"/>
                </a:cubicBezTo>
                <a:lnTo>
                  <a:pt x="2915841" y="582811"/>
                </a:lnTo>
                <a:cubicBezTo>
                  <a:pt x="2921397" y="624483"/>
                  <a:pt x="2932708" y="656233"/>
                  <a:pt x="2949773" y="678061"/>
                </a:cubicBezTo>
                <a:cubicBezTo>
                  <a:pt x="2977554" y="713383"/>
                  <a:pt x="3017242" y="731044"/>
                  <a:pt x="3068836" y="731044"/>
                </a:cubicBezTo>
                <a:cubicBezTo>
                  <a:pt x="3107333" y="731044"/>
                  <a:pt x="3136999" y="722015"/>
                  <a:pt x="3157835" y="703957"/>
                </a:cubicBezTo>
                <a:cubicBezTo>
                  <a:pt x="3178671" y="685899"/>
                  <a:pt x="3189089" y="664964"/>
                  <a:pt x="3189089" y="641152"/>
                </a:cubicBezTo>
                <a:cubicBezTo>
                  <a:pt x="3189089" y="618530"/>
                  <a:pt x="3179167" y="598289"/>
                  <a:pt x="3159323" y="580430"/>
                </a:cubicBezTo>
                <a:cubicBezTo>
                  <a:pt x="3139480" y="562570"/>
                  <a:pt x="3093442" y="545703"/>
                  <a:pt x="3021211" y="529828"/>
                </a:cubicBezTo>
                <a:cubicBezTo>
                  <a:pt x="2902942" y="503238"/>
                  <a:pt x="2818606" y="467916"/>
                  <a:pt x="2768203" y="423863"/>
                </a:cubicBezTo>
                <a:cubicBezTo>
                  <a:pt x="2717403" y="379810"/>
                  <a:pt x="2692003" y="323652"/>
                  <a:pt x="2692003" y="255389"/>
                </a:cubicBezTo>
                <a:cubicBezTo>
                  <a:pt x="2692003" y="210542"/>
                  <a:pt x="2705001" y="168176"/>
                  <a:pt x="2730996" y="128290"/>
                </a:cubicBezTo>
                <a:cubicBezTo>
                  <a:pt x="2756991" y="88404"/>
                  <a:pt x="2796084" y="57051"/>
                  <a:pt x="2848273" y="34231"/>
                </a:cubicBezTo>
                <a:cubicBezTo>
                  <a:pt x="2900462" y="11410"/>
                  <a:pt x="2971999" y="0"/>
                  <a:pt x="3062883" y="0"/>
                </a:cubicBezTo>
                <a:close/>
              </a:path>
            </a:pathLst>
          </a:custGeom>
          <a:noFill/>
          <a:ln>
            <a:solidFill>
              <a:schemeClr val="bg1">
                <a:alpha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8CF0C5B-D601-F3BA-5615-8ECC3E5306BD}"/>
              </a:ext>
            </a:extLst>
          </p:cNvPr>
          <p:cNvSpPr/>
          <p:nvPr/>
        </p:nvSpPr>
        <p:spPr>
          <a:xfrm>
            <a:off x="457201" y="2441448"/>
            <a:ext cx="11277598" cy="1968500"/>
          </a:xfrm>
          <a:custGeom>
            <a:avLst/>
            <a:gdLst/>
            <a:ahLst/>
            <a:cxnLst/>
            <a:rect l="l" t="t" r="r" b="b"/>
            <a:pathLst>
              <a:path w="15681126" h="902494">
                <a:moveTo>
                  <a:pt x="6652914" y="241102"/>
                </a:moveTo>
                <a:lnTo>
                  <a:pt x="6557590" y="554831"/>
                </a:lnTo>
                <a:lnTo>
                  <a:pt x="6749243" y="554831"/>
                </a:lnTo>
                <a:close/>
                <a:moveTo>
                  <a:pt x="13380838" y="212527"/>
                </a:moveTo>
                <a:lnTo>
                  <a:pt x="13380838" y="689372"/>
                </a:lnTo>
                <a:lnTo>
                  <a:pt x="13446918" y="689372"/>
                </a:lnTo>
                <a:cubicBezTo>
                  <a:pt x="13503274" y="689372"/>
                  <a:pt x="13543358" y="683121"/>
                  <a:pt x="13567171" y="670620"/>
                </a:cubicBezTo>
                <a:cubicBezTo>
                  <a:pt x="13590983" y="658118"/>
                  <a:pt x="13609637" y="636290"/>
                  <a:pt x="13623130" y="605135"/>
                </a:cubicBezTo>
                <a:cubicBezTo>
                  <a:pt x="13636624" y="573981"/>
                  <a:pt x="13643371" y="523478"/>
                  <a:pt x="13643371" y="453628"/>
                </a:cubicBezTo>
                <a:cubicBezTo>
                  <a:pt x="13643371" y="361157"/>
                  <a:pt x="13628289" y="297855"/>
                  <a:pt x="13598127" y="263724"/>
                </a:cubicBezTo>
                <a:cubicBezTo>
                  <a:pt x="13567965" y="229592"/>
                  <a:pt x="13517959" y="212527"/>
                  <a:pt x="13448108" y="212527"/>
                </a:cubicBezTo>
                <a:close/>
                <a:moveTo>
                  <a:pt x="8904088" y="204192"/>
                </a:moveTo>
                <a:cubicBezTo>
                  <a:pt x="8849716" y="204192"/>
                  <a:pt x="8806060" y="223441"/>
                  <a:pt x="8773119" y="261938"/>
                </a:cubicBezTo>
                <a:cubicBezTo>
                  <a:pt x="8740179" y="300435"/>
                  <a:pt x="8723708" y="364133"/>
                  <a:pt x="8723708" y="453033"/>
                </a:cubicBezTo>
                <a:cubicBezTo>
                  <a:pt x="8723708" y="541139"/>
                  <a:pt x="8740079" y="604441"/>
                  <a:pt x="8772822" y="642938"/>
                </a:cubicBezTo>
                <a:cubicBezTo>
                  <a:pt x="8805564" y="681434"/>
                  <a:pt x="8850113" y="700683"/>
                  <a:pt x="8906469" y="700683"/>
                </a:cubicBezTo>
                <a:cubicBezTo>
                  <a:pt x="8964413" y="700683"/>
                  <a:pt x="9009260" y="681831"/>
                  <a:pt x="9041010" y="644128"/>
                </a:cubicBezTo>
                <a:cubicBezTo>
                  <a:pt x="9072760" y="606425"/>
                  <a:pt x="9088635" y="538758"/>
                  <a:pt x="9088635" y="441127"/>
                </a:cubicBezTo>
                <a:cubicBezTo>
                  <a:pt x="9088635" y="358974"/>
                  <a:pt x="9072066" y="298946"/>
                  <a:pt x="9038926" y="261045"/>
                </a:cubicBezTo>
                <a:cubicBezTo>
                  <a:pt x="9005787" y="223143"/>
                  <a:pt x="8960841" y="204192"/>
                  <a:pt x="8904088" y="204192"/>
                </a:cubicBezTo>
                <a:close/>
                <a:moveTo>
                  <a:pt x="270867" y="192286"/>
                </a:moveTo>
                <a:lnTo>
                  <a:pt x="270867" y="386953"/>
                </a:lnTo>
                <a:lnTo>
                  <a:pt x="336947" y="386953"/>
                </a:lnTo>
                <a:cubicBezTo>
                  <a:pt x="388938" y="386953"/>
                  <a:pt x="425450" y="377924"/>
                  <a:pt x="446484" y="359867"/>
                </a:cubicBezTo>
                <a:cubicBezTo>
                  <a:pt x="467519" y="341809"/>
                  <a:pt x="478036" y="318691"/>
                  <a:pt x="478036" y="290513"/>
                </a:cubicBezTo>
                <a:cubicBezTo>
                  <a:pt x="478036" y="263128"/>
                  <a:pt x="468907" y="239911"/>
                  <a:pt x="450651" y="220861"/>
                </a:cubicBezTo>
                <a:cubicBezTo>
                  <a:pt x="432396" y="201811"/>
                  <a:pt x="398065" y="192286"/>
                  <a:pt x="347663" y="192286"/>
                </a:cubicBezTo>
                <a:close/>
                <a:moveTo>
                  <a:pt x="1151930" y="191096"/>
                </a:moveTo>
                <a:lnTo>
                  <a:pt x="1151930" y="368499"/>
                </a:lnTo>
                <a:lnTo>
                  <a:pt x="1265635" y="368499"/>
                </a:lnTo>
                <a:cubicBezTo>
                  <a:pt x="1277937" y="368499"/>
                  <a:pt x="1301750" y="364530"/>
                  <a:pt x="1337072" y="356592"/>
                </a:cubicBezTo>
                <a:cubicBezTo>
                  <a:pt x="1354932" y="353021"/>
                  <a:pt x="1369516" y="343892"/>
                  <a:pt x="1380827" y="329208"/>
                </a:cubicBezTo>
                <a:cubicBezTo>
                  <a:pt x="1392138" y="314524"/>
                  <a:pt x="1397794" y="297657"/>
                  <a:pt x="1397794" y="278607"/>
                </a:cubicBezTo>
                <a:cubicBezTo>
                  <a:pt x="1397794" y="250428"/>
                  <a:pt x="1388864" y="228799"/>
                  <a:pt x="1371005" y="213717"/>
                </a:cubicBezTo>
                <a:cubicBezTo>
                  <a:pt x="1353145" y="198636"/>
                  <a:pt x="1319610" y="191096"/>
                  <a:pt x="1270397" y="191096"/>
                </a:cubicBezTo>
                <a:close/>
                <a:moveTo>
                  <a:pt x="14059494" y="14883"/>
                </a:moveTo>
                <a:lnTo>
                  <a:pt x="14782204" y="14883"/>
                </a:lnTo>
                <a:lnTo>
                  <a:pt x="14782204" y="201216"/>
                </a:lnTo>
                <a:lnTo>
                  <a:pt x="14329766" y="201216"/>
                </a:lnTo>
                <a:lnTo>
                  <a:pt x="14329766" y="339924"/>
                </a:lnTo>
                <a:lnTo>
                  <a:pt x="14749462" y="339924"/>
                </a:lnTo>
                <a:lnTo>
                  <a:pt x="14749462" y="517922"/>
                </a:lnTo>
                <a:lnTo>
                  <a:pt x="14329766" y="517922"/>
                </a:lnTo>
                <a:lnTo>
                  <a:pt x="14329766" y="689967"/>
                </a:lnTo>
                <a:lnTo>
                  <a:pt x="14795301" y="689967"/>
                </a:lnTo>
                <a:lnTo>
                  <a:pt x="14795301" y="887611"/>
                </a:lnTo>
                <a:lnTo>
                  <a:pt x="14059494" y="887611"/>
                </a:lnTo>
                <a:close/>
                <a:moveTo>
                  <a:pt x="13111162" y="14883"/>
                </a:moveTo>
                <a:lnTo>
                  <a:pt x="13511807" y="14883"/>
                </a:lnTo>
                <a:cubicBezTo>
                  <a:pt x="13590785" y="14883"/>
                  <a:pt x="13654583" y="25599"/>
                  <a:pt x="13703200" y="47030"/>
                </a:cubicBezTo>
                <a:cubicBezTo>
                  <a:pt x="13751817" y="68461"/>
                  <a:pt x="13792000" y="99219"/>
                  <a:pt x="13823751" y="139303"/>
                </a:cubicBezTo>
                <a:cubicBezTo>
                  <a:pt x="13855501" y="179388"/>
                  <a:pt x="13878519" y="226021"/>
                  <a:pt x="13892807" y="279202"/>
                </a:cubicBezTo>
                <a:cubicBezTo>
                  <a:pt x="13907094" y="332383"/>
                  <a:pt x="13914238" y="388739"/>
                  <a:pt x="13914238" y="448271"/>
                </a:cubicBezTo>
                <a:cubicBezTo>
                  <a:pt x="13914238" y="541536"/>
                  <a:pt x="13903621" y="613867"/>
                  <a:pt x="13882389" y="665262"/>
                </a:cubicBezTo>
                <a:cubicBezTo>
                  <a:pt x="13861156" y="716657"/>
                  <a:pt x="13831688" y="759718"/>
                  <a:pt x="13793985" y="794445"/>
                </a:cubicBezTo>
                <a:cubicBezTo>
                  <a:pt x="13756281" y="829171"/>
                  <a:pt x="13715800" y="852289"/>
                  <a:pt x="13672541" y="863799"/>
                </a:cubicBezTo>
                <a:cubicBezTo>
                  <a:pt x="13613406" y="879673"/>
                  <a:pt x="13559828" y="887611"/>
                  <a:pt x="13511807" y="887611"/>
                </a:cubicBezTo>
                <a:lnTo>
                  <a:pt x="13111162" y="887611"/>
                </a:lnTo>
                <a:close/>
                <a:moveTo>
                  <a:pt x="12642055" y="14883"/>
                </a:moveTo>
                <a:lnTo>
                  <a:pt x="12912327" y="14883"/>
                </a:lnTo>
                <a:lnTo>
                  <a:pt x="12912327" y="887611"/>
                </a:lnTo>
                <a:lnTo>
                  <a:pt x="12642055" y="887611"/>
                </a:lnTo>
                <a:close/>
                <a:moveTo>
                  <a:pt x="11821715" y="14883"/>
                </a:moveTo>
                <a:lnTo>
                  <a:pt x="12091391" y="14883"/>
                </a:lnTo>
                <a:lnTo>
                  <a:pt x="12091391" y="672703"/>
                </a:lnTo>
                <a:lnTo>
                  <a:pt x="12512277" y="672703"/>
                </a:lnTo>
                <a:lnTo>
                  <a:pt x="12512277" y="887611"/>
                </a:lnTo>
                <a:lnTo>
                  <a:pt x="11821715" y="887611"/>
                </a:lnTo>
                <a:close/>
                <a:moveTo>
                  <a:pt x="9508926" y="14883"/>
                </a:moveTo>
                <a:lnTo>
                  <a:pt x="9760743" y="14883"/>
                </a:lnTo>
                <a:lnTo>
                  <a:pt x="10089355" y="497719"/>
                </a:lnTo>
                <a:lnTo>
                  <a:pt x="10089355" y="14883"/>
                </a:lnTo>
                <a:lnTo>
                  <a:pt x="10343554" y="14883"/>
                </a:lnTo>
                <a:lnTo>
                  <a:pt x="10343554" y="887611"/>
                </a:lnTo>
                <a:lnTo>
                  <a:pt x="10089355" y="887611"/>
                </a:lnTo>
                <a:lnTo>
                  <a:pt x="9762529" y="408422"/>
                </a:lnTo>
                <a:lnTo>
                  <a:pt x="9762529" y="887611"/>
                </a:lnTo>
                <a:lnTo>
                  <a:pt x="9508926" y="887611"/>
                </a:lnTo>
                <a:close/>
                <a:moveTo>
                  <a:pt x="8022431" y="14883"/>
                </a:moveTo>
                <a:lnTo>
                  <a:pt x="8292702" y="14883"/>
                </a:lnTo>
                <a:lnTo>
                  <a:pt x="8292702" y="887611"/>
                </a:lnTo>
                <a:lnTo>
                  <a:pt x="8022431" y="887611"/>
                </a:lnTo>
                <a:close/>
                <a:moveTo>
                  <a:pt x="7074098" y="14883"/>
                </a:moveTo>
                <a:lnTo>
                  <a:pt x="7893843" y="14883"/>
                </a:lnTo>
                <a:lnTo>
                  <a:pt x="7893843" y="230386"/>
                </a:lnTo>
                <a:lnTo>
                  <a:pt x="7618809" y="230386"/>
                </a:lnTo>
                <a:lnTo>
                  <a:pt x="7618809" y="887611"/>
                </a:lnTo>
                <a:lnTo>
                  <a:pt x="7349132" y="887611"/>
                </a:lnTo>
                <a:lnTo>
                  <a:pt x="7349132" y="230386"/>
                </a:lnTo>
                <a:lnTo>
                  <a:pt x="7074098" y="230386"/>
                </a:lnTo>
                <a:close/>
                <a:moveTo>
                  <a:pt x="6509147" y="14883"/>
                </a:moveTo>
                <a:lnTo>
                  <a:pt x="6803305" y="14883"/>
                </a:lnTo>
                <a:lnTo>
                  <a:pt x="7131248" y="887611"/>
                </a:lnTo>
                <a:lnTo>
                  <a:pt x="6848847" y="887611"/>
                </a:lnTo>
                <a:lnTo>
                  <a:pt x="6805184" y="743545"/>
                </a:lnTo>
                <a:lnTo>
                  <a:pt x="6499017" y="743545"/>
                </a:lnTo>
                <a:lnTo>
                  <a:pt x="6456480" y="887611"/>
                </a:lnTo>
                <a:lnTo>
                  <a:pt x="6181129" y="887611"/>
                </a:lnTo>
                <a:close/>
                <a:moveTo>
                  <a:pt x="5416748" y="14883"/>
                </a:moveTo>
                <a:lnTo>
                  <a:pt x="6236493" y="14883"/>
                </a:lnTo>
                <a:lnTo>
                  <a:pt x="6236493" y="230386"/>
                </a:lnTo>
                <a:lnTo>
                  <a:pt x="5961459" y="230386"/>
                </a:lnTo>
                <a:lnTo>
                  <a:pt x="5961459" y="887611"/>
                </a:lnTo>
                <a:lnTo>
                  <a:pt x="5691782" y="887611"/>
                </a:lnTo>
                <a:lnTo>
                  <a:pt x="5691782" y="230386"/>
                </a:lnTo>
                <a:lnTo>
                  <a:pt x="5416748" y="230386"/>
                </a:lnTo>
                <a:close/>
                <a:moveTo>
                  <a:pt x="4460676" y="14883"/>
                </a:moveTo>
                <a:lnTo>
                  <a:pt x="4712494" y="14883"/>
                </a:lnTo>
                <a:lnTo>
                  <a:pt x="5041106" y="497719"/>
                </a:lnTo>
                <a:lnTo>
                  <a:pt x="5041106" y="14883"/>
                </a:lnTo>
                <a:lnTo>
                  <a:pt x="5295304" y="14883"/>
                </a:lnTo>
                <a:lnTo>
                  <a:pt x="5295304" y="887611"/>
                </a:lnTo>
                <a:lnTo>
                  <a:pt x="5041106" y="887611"/>
                </a:lnTo>
                <a:lnTo>
                  <a:pt x="4714280" y="408422"/>
                </a:lnTo>
                <a:lnTo>
                  <a:pt x="4714280" y="887611"/>
                </a:lnTo>
                <a:lnTo>
                  <a:pt x="4460676" y="887611"/>
                </a:lnTo>
                <a:close/>
                <a:moveTo>
                  <a:pt x="3581995" y="14883"/>
                </a:moveTo>
                <a:lnTo>
                  <a:pt x="4304705" y="14883"/>
                </a:lnTo>
                <a:lnTo>
                  <a:pt x="4304705" y="201216"/>
                </a:lnTo>
                <a:lnTo>
                  <a:pt x="3852267" y="201216"/>
                </a:lnTo>
                <a:lnTo>
                  <a:pt x="3852267" y="339924"/>
                </a:lnTo>
                <a:lnTo>
                  <a:pt x="4271962" y="339924"/>
                </a:lnTo>
                <a:lnTo>
                  <a:pt x="4271962" y="517922"/>
                </a:lnTo>
                <a:lnTo>
                  <a:pt x="3852267" y="517922"/>
                </a:lnTo>
                <a:lnTo>
                  <a:pt x="3852267" y="689967"/>
                </a:lnTo>
                <a:lnTo>
                  <a:pt x="4317801" y="689967"/>
                </a:lnTo>
                <a:lnTo>
                  <a:pt x="4317801" y="887611"/>
                </a:lnTo>
                <a:lnTo>
                  <a:pt x="3581995" y="887611"/>
                </a:lnTo>
                <a:close/>
                <a:moveTo>
                  <a:pt x="1829395" y="14883"/>
                </a:moveTo>
                <a:lnTo>
                  <a:pt x="2552104" y="14883"/>
                </a:lnTo>
                <a:lnTo>
                  <a:pt x="2552104" y="201216"/>
                </a:lnTo>
                <a:lnTo>
                  <a:pt x="2099668" y="201216"/>
                </a:lnTo>
                <a:lnTo>
                  <a:pt x="2099668" y="339924"/>
                </a:lnTo>
                <a:lnTo>
                  <a:pt x="2519362" y="339924"/>
                </a:lnTo>
                <a:lnTo>
                  <a:pt x="2519362" y="517922"/>
                </a:lnTo>
                <a:lnTo>
                  <a:pt x="2099668" y="517922"/>
                </a:lnTo>
                <a:lnTo>
                  <a:pt x="2099668" y="689967"/>
                </a:lnTo>
                <a:lnTo>
                  <a:pt x="2565202" y="689967"/>
                </a:lnTo>
                <a:lnTo>
                  <a:pt x="2565202" y="887611"/>
                </a:lnTo>
                <a:lnTo>
                  <a:pt x="1829395" y="887611"/>
                </a:lnTo>
                <a:close/>
                <a:moveTo>
                  <a:pt x="881063" y="14883"/>
                </a:moveTo>
                <a:lnTo>
                  <a:pt x="1330523" y="14883"/>
                </a:lnTo>
                <a:cubicBezTo>
                  <a:pt x="1413867" y="14883"/>
                  <a:pt x="1477566" y="22027"/>
                  <a:pt x="1521618" y="36314"/>
                </a:cubicBezTo>
                <a:cubicBezTo>
                  <a:pt x="1565672" y="50602"/>
                  <a:pt x="1601192" y="77093"/>
                  <a:pt x="1628180" y="115789"/>
                </a:cubicBezTo>
                <a:cubicBezTo>
                  <a:pt x="1655167" y="154484"/>
                  <a:pt x="1668661" y="201613"/>
                  <a:pt x="1668661" y="257175"/>
                </a:cubicBezTo>
                <a:cubicBezTo>
                  <a:pt x="1668661" y="305594"/>
                  <a:pt x="1658336" y="347365"/>
                  <a:pt x="1637686" y="382489"/>
                </a:cubicBezTo>
                <a:cubicBezTo>
                  <a:pt x="1617036" y="417612"/>
                  <a:pt x="1588645" y="446088"/>
                  <a:pt x="1552510" y="467916"/>
                </a:cubicBezTo>
                <a:cubicBezTo>
                  <a:pt x="1529479" y="481807"/>
                  <a:pt x="1497908" y="493316"/>
                  <a:pt x="1457799" y="502444"/>
                </a:cubicBezTo>
                <a:cubicBezTo>
                  <a:pt x="1489922" y="513172"/>
                  <a:pt x="1513321" y="523897"/>
                  <a:pt x="1528000" y="534619"/>
                </a:cubicBezTo>
                <a:cubicBezTo>
                  <a:pt x="1537916" y="541769"/>
                  <a:pt x="1552293" y="557062"/>
                  <a:pt x="1571132" y="580500"/>
                </a:cubicBezTo>
                <a:cubicBezTo>
                  <a:pt x="1589972" y="603937"/>
                  <a:pt x="1602562" y="622012"/>
                  <a:pt x="1608906" y="634724"/>
                </a:cubicBezTo>
                <a:lnTo>
                  <a:pt x="1739503" y="887611"/>
                </a:lnTo>
                <a:lnTo>
                  <a:pt x="1434787" y="887611"/>
                </a:lnTo>
                <a:lnTo>
                  <a:pt x="1290638" y="620911"/>
                </a:lnTo>
                <a:cubicBezTo>
                  <a:pt x="1272381" y="586383"/>
                  <a:pt x="1256110" y="563959"/>
                  <a:pt x="1241822" y="553641"/>
                </a:cubicBezTo>
                <a:cubicBezTo>
                  <a:pt x="1222375" y="540147"/>
                  <a:pt x="1200349" y="533400"/>
                  <a:pt x="1175742" y="533400"/>
                </a:cubicBezTo>
                <a:lnTo>
                  <a:pt x="1151930" y="533400"/>
                </a:lnTo>
                <a:lnTo>
                  <a:pt x="1151930" y="887611"/>
                </a:lnTo>
                <a:lnTo>
                  <a:pt x="881063" y="887611"/>
                </a:lnTo>
                <a:close/>
                <a:moveTo>
                  <a:pt x="0" y="14883"/>
                </a:moveTo>
                <a:lnTo>
                  <a:pt x="448271" y="14883"/>
                </a:lnTo>
                <a:cubicBezTo>
                  <a:pt x="545902" y="14883"/>
                  <a:pt x="619026" y="38100"/>
                  <a:pt x="667643" y="84535"/>
                </a:cubicBezTo>
                <a:cubicBezTo>
                  <a:pt x="716260" y="130969"/>
                  <a:pt x="740568" y="197049"/>
                  <a:pt x="740568" y="282774"/>
                </a:cubicBezTo>
                <a:cubicBezTo>
                  <a:pt x="740568" y="370880"/>
                  <a:pt x="714078" y="439738"/>
                  <a:pt x="661094" y="489347"/>
                </a:cubicBezTo>
                <a:cubicBezTo>
                  <a:pt x="608111" y="538956"/>
                  <a:pt x="527249" y="563761"/>
                  <a:pt x="418505" y="563761"/>
                </a:cubicBezTo>
                <a:lnTo>
                  <a:pt x="270867" y="563761"/>
                </a:lnTo>
                <a:lnTo>
                  <a:pt x="270867" y="887611"/>
                </a:lnTo>
                <a:lnTo>
                  <a:pt x="0" y="887611"/>
                </a:lnTo>
                <a:close/>
                <a:moveTo>
                  <a:pt x="15292982" y="0"/>
                </a:moveTo>
                <a:cubicBezTo>
                  <a:pt x="15404504" y="0"/>
                  <a:pt x="15489534" y="20737"/>
                  <a:pt x="15548073" y="62210"/>
                </a:cubicBezTo>
                <a:cubicBezTo>
                  <a:pt x="15606613" y="103684"/>
                  <a:pt x="15641438" y="169664"/>
                  <a:pt x="15652551" y="260152"/>
                </a:cubicBezTo>
                <a:lnTo>
                  <a:pt x="15398352" y="275035"/>
                </a:lnTo>
                <a:cubicBezTo>
                  <a:pt x="15391605" y="235744"/>
                  <a:pt x="15377417" y="207169"/>
                  <a:pt x="15355787" y="189310"/>
                </a:cubicBezTo>
                <a:cubicBezTo>
                  <a:pt x="15334157" y="171450"/>
                  <a:pt x="15304293" y="162521"/>
                  <a:pt x="15266193" y="162521"/>
                </a:cubicBezTo>
                <a:cubicBezTo>
                  <a:pt x="15234840" y="162521"/>
                  <a:pt x="15211225" y="169168"/>
                  <a:pt x="15195351" y="182464"/>
                </a:cubicBezTo>
                <a:cubicBezTo>
                  <a:pt x="15179476" y="195759"/>
                  <a:pt x="15171538" y="211932"/>
                  <a:pt x="15171538" y="230982"/>
                </a:cubicBezTo>
                <a:cubicBezTo>
                  <a:pt x="15171538" y="244872"/>
                  <a:pt x="15178087" y="257374"/>
                  <a:pt x="15191183" y="268486"/>
                </a:cubicBezTo>
                <a:cubicBezTo>
                  <a:pt x="15203884" y="279996"/>
                  <a:pt x="15234046" y="290711"/>
                  <a:pt x="15281671" y="300633"/>
                </a:cubicBezTo>
                <a:cubicBezTo>
                  <a:pt x="15399543" y="326033"/>
                  <a:pt x="15483978" y="351731"/>
                  <a:pt x="15534976" y="377726"/>
                </a:cubicBezTo>
                <a:cubicBezTo>
                  <a:pt x="15585974" y="403721"/>
                  <a:pt x="15623083" y="435967"/>
                  <a:pt x="15646300" y="474464"/>
                </a:cubicBezTo>
                <a:cubicBezTo>
                  <a:pt x="15669517" y="512961"/>
                  <a:pt x="15681126" y="556022"/>
                  <a:pt x="15681126" y="603647"/>
                </a:cubicBezTo>
                <a:cubicBezTo>
                  <a:pt x="15681126" y="659606"/>
                  <a:pt x="15665647" y="711200"/>
                  <a:pt x="15634691" y="758428"/>
                </a:cubicBezTo>
                <a:cubicBezTo>
                  <a:pt x="15603735" y="805656"/>
                  <a:pt x="15560476" y="841474"/>
                  <a:pt x="15504913" y="865882"/>
                </a:cubicBezTo>
                <a:cubicBezTo>
                  <a:pt x="15449350" y="890290"/>
                  <a:pt x="15379302" y="902494"/>
                  <a:pt x="15294768" y="902494"/>
                </a:cubicBezTo>
                <a:cubicBezTo>
                  <a:pt x="15146336" y="902494"/>
                  <a:pt x="15043546" y="873919"/>
                  <a:pt x="14986396" y="816769"/>
                </a:cubicBezTo>
                <a:cubicBezTo>
                  <a:pt x="14929246" y="759619"/>
                  <a:pt x="14896900" y="686991"/>
                  <a:pt x="14889360" y="598884"/>
                </a:cubicBezTo>
                <a:lnTo>
                  <a:pt x="15145940" y="582811"/>
                </a:lnTo>
                <a:cubicBezTo>
                  <a:pt x="15151496" y="624483"/>
                  <a:pt x="15162807" y="656233"/>
                  <a:pt x="15179872" y="678061"/>
                </a:cubicBezTo>
                <a:cubicBezTo>
                  <a:pt x="15207653" y="713383"/>
                  <a:pt x="15247342" y="731044"/>
                  <a:pt x="15298935" y="731044"/>
                </a:cubicBezTo>
                <a:cubicBezTo>
                  <a:pt x="15337431" y="731044"/>
                  <a:pt x="15367098" y="722015"/>
                  <a:pt x="15387934" y="703957"/>
                </a:cubicBezTo>
                <a:cubicBezTo>
                  <a:pt x="15408770" y="685899"/>
                  <a:pt x="15419188" y="664964"/>
                  <a:pt x="15419188" y="641152"/>
                </a:cubicBezTo>
                <a:cubicBezTo>
                  <a:pt x="15419188" y="618530"/>
                  <a:pt x="15409267" y="598289"/>
                  <a:pt x="15389422" y="580430"/>
                </a:cubicBezTo>
                <a:cubicBezTo>
                  <a:pt x="15369578" y="562570"/>
                  <a:pt x="15323542" y="545703"/>
                  <a:pt x="15251310" y="529828"/>
                </a:cubicBezTo>
                <a:cubicBezTo>
                  <a:pt x="15133042" y="503238"/>
                  <a:pt x="15048705" y="467916"/>
                  <a:pt x="14998302" y="423863"/>
                </a:cubicBezTo>
                <a:cubicBezTo>
                  <a:pt x="14947502" y="379810"/>
                  <a:pt x="14922102" y="323652"/>
                  <a:pt x="14922102" y="255389"/>
                </a:cubicBezTo>
                <a:cubicBezTo>
                  <a:pt x="14922102" y="210542"/>
                  <a:pt x="14935100" y="168176"/>
                  <a:pt x="14961095" y="128290"/>
                </a:cubicBezTo>
                <a:cubicBezTo>
                  <a:pt x="14987090" y="88404"/>
                  <a:pt x="15026183" y="57051"/>
                  <a:pt x="15078372" y="34231"/>
                </a:cubicBezTo>
                <a:cubicBezTo>
                  <a:pt x="15130560" y="11410"/>
                  <a:pt x="15202098" y="0"/>
                  <a:pt x="15292982" y="0"/>
                </a:cubicBezTo>
                <a:close/>
                <a:moveTo>
                  <a:pt x="11302007" y="0"/>
                </a:moveTo>
                <a:cubicBezTo>
                  <a:pt x="11413529" y="0"/>
                  <a:pt x="11498559" y="20737"/>
                  <a:pt x="11557098" y="62210"/>
                </a:cubicBezTo>
                <a:cubicBezTo>
                  <a:pt x="11615638" y="103684"/>
                  <a:pt x="11650463" y="169664"/>
                  <a:pt x="11661576" y="260152"/>
                </a:cubicBezTo>
                <a:lnTo>
                  <a:pt x="11407377" y="275035"/>
                </a:lnTo>
                <a:cubicBezTo>
                  <a:pt x="11400630" y="235744"/>
                  <a:pt x="11386442" y="207169"/>
                  <a:pt x="11364812" y="189310"/>
                </a:cubicBezTo>
                <a:cubicBezTo>
                  <a:pt x="11343182" y="171450"/>
                  <a:pt x="11313318" y="162521"/>
                  <a:pt x="11275218" y="162521"/>
                </a:cubicBezTo>
                <a:cubicBezTo>
                  <a:pt x="11243865" y="162521"/>
                  <a:pt x="11220250" y="169168"/>
                  <a:pt x="11204376" y="182464"/>
                </a:cubicBezTo>
                <a:cubicBezTo>
                  <a:pt x="11188501" y="195759"/>
                  <a:pt x="11180563" y="211932"/>
                  <a:pt x="11180563" y="230982"/>
                </a:cubicBezTo>
                <a:cubicBezTo>
                  <a:pt x="11180563" y="244872"/>
                  <a:pt x="11187112" y="257374"/>
                  <a:pt x="11200208" y="268486"/>
                </a:cubicBezTo>
                <a:cubicBezTo>
                  <a:pt x="11212909" y="279996"/>
                  <a:pt x="11243071" y="290711"/>
                  <a:pt x="11290696" y="300633"/>
                </a:cubicBezTo>
                <a:cubicBezTo>
                  <a:pt x="11408568" y="326033"/>
                  <a:pt x="11493003" y="351731"/>
                  <a:pt x="11544001" y="377726"/>
                </a:cubicBezTo>
                <a:cubicBezTo>
                  <a:pt x="11594999" y="403721"/>
                  <a:pt x="11632108" y="435967"/>
                  <a:pt x="11655325" y="474464"/>
                </a:cubicBezTo>
                <a:cubicBezTo>
                  <a:pt x="11678542" y="512961"/>
                  <a:pt x="11690151" y="556022"/>
                  <a:pt x="11690151" y="603647"/>
                </a:cubicBezTo>
                <a:cubicBezTo>
                  <a:pt x="11690151" y="659606"/>
                  <a:pt x="11674672" y="711200"/>
                  <a:pt x="11643716" y="758428"/>
                </a:cubicBezTo>
                <a:cubicBezTo>
                  <a:pt x="11612760" y="805656"/>
                  <a:pt x="11569501" y="841474"/>
                  <a:pt x="11513938" y="865882"/>
                </a:cubicBezTo>
                <a:cubicBezTo>
                  <a:pt x="11458375" y="890290"/>
                  <a:pt x="11388327" y="902494"/>
                  <a:pt x="11303793" y="902494"/>
                </a:cubicBezTo>
                <a:cubicBezTo>
                  <a:pt x="11155361" y="902494"/>
                  <a:pt x="11052571" y="873919"/>
                  <a:pt x="10995421" y="816769"/>
                </a:cubicBezTo>
                <a:cubicBezTo>
                  <a:pt x="10938271" y="759619"/>
                  <a:pt x="10905925" y="686991"/>
                  <a:pt x="10898385" y="598884"/>
                </a:cubicBezTo>
                <a:lnTo>
                  <a:pt x="11154965" y="582811"/>
                </a:lnTo>
                <a:cubicBezTo>
                  <a:pt x="11160521" y="624483"/>
                  <a:pt x="11171832" y="656233"/>
                  <a:pt x="11188897" y="678061"/>
                </a:cubicBezTo>
                <a:cubicBezTo>
                  <a:pt x="11216678" y="713383"/>
                  <a:pt x="11256367" y="731044"/>
                  <a:pt x="11307960" y="731044"/>
                </a:cubicBezTo>
                <a:cubicBezTo>
                  <a:pt x="11346456" y="731044"/>
                  <a:pt x="11376123" y="722015"/>
                  <a:pt x="11396959" y="703957"/>
                </a:cubicBezTo>
                <a:cubicBezTo>
                  <a:pt x="11417795" y="685899"/>
                  <a:pt x="11428213" y="664964"/>
                  <a:pt x="11428213" y="641152"/>
                </a:cubicBezTo>
                <a:cubicBezTo>
                  <a:pt x="11428213" y="618530"/>
                  <a:pt x="11418292" y="598289"/>
                  <a:pt x="11398447" y="580430"/>
                </a:cubicBezTo>
                <a:cubicBezTo>
                  <a:pt x="11378603" y="562570"/>
                  <a:pt x="11332567" y="545703"/>
                  <a:pt x="11260335" y="529828"/>
                </a:cubicBezTo>
                <a:cubicBezTo>
                  <a:pt x="11142067" y="503238"/>
                  <a:pt x="11057730" y="467916"/>
                  <a:pt x="11007327" y="423863"/>
                </a:cubicBezTo>
                <a:cubicBezTo>
                  <a:pt x="10956527" y="379810"/>
                  <a:pt x="10931127" y="323652"/>
                  <a:pt x="10931127" y="255389"/>
                </a:cubicBezTo>
                <a:cubicBezTo>
                  <a:pt x="10931127" y="210542"/>
                  <a:pt x="10944125" y="168176"/>
                  <a:pt x="10970120" y="128290"/>
                </a:cubicBezTo>
                <a:cubicBezTo>
                  <a:pt x="10996115" y="88404"/>
                  <a:pt x="11035208" y="57051"/>
                  <a:pt x="11087397" y="34231"/>
                </a:cubicBezTo>
                <a:cubicBezTo>
                  <a:pt x="11139585" y="11410"/>
                  <a:pt x="11211123" y="0"/>
                  <a:pt x="11302007" y="0"/>
                </a:cubicBezTo>
                <a:close/>
                <a:moveTo>
                  <a:pt x="8904683" y="0"/>
                </a:moveTo>
                <a:cubicBezTo>
                  <a:pt x="9049940" y="0"/>
                  <a:pt x="9161858" y="38993"/>
                  <a:pt x="9240440" y="116979"/>
                </a:cubicBezTo>
                <a:cubicBezTo>
                  <a:pt x="9319021" y="194965"/>
                  <a:pt x="9358312" y="304205"/>
                  <a:pt x="9358312" y="444699"/>
                </a:cubicBezTo>
                <a:cubicBezTo>
                  <a:pt x="9358312" y="546695"/>
                  <a:pt x="9341147" y="630337"/>
                  <a:pt x="9306817" y="695623"/>
                </a:cubicBezTo>
                <a:cubicBezTo>
                  <a:pt x="9272487" y="760909"/>
                  <a:pt x="9222878" y="811709"/>
                  <a:pt x="9157989" y="848023"/>
                </a:cubicBezTo>
                <a:cubicBezTo>
                  <a:pt x="9093100" y="884337"/>
                  <a:pt x="9012237" y="902494"/>
                  <a:pt x="8915399" y="902494"/>
                </a:cubicBezTo>
                <a:cubicBezTo>
                  <a:pt x="8816974" y="902494"/>
                  <a:pt x="8735515" y="886817"/>
                  <a:pt x="8671023" y="855464"/>
                </a:cubicBezTo>
                <a:cubicBezTo>
                  <a:pt x="8606531" y="824111"/>
                  <a:pt x="8554243" y="774502"/>
                  <a:pt x="8514158" y="706636"/>
                </a:cubicBezTo>
                <a:cubicBezTo>
                  <a:pt x="8474074" y="638770"/>
                  <a:pt x="8454032" y="553839"/>
                  <a:pt x="8454032" y="451842"/>
                </a:cubicBezTo>
                <a:cubicBezTo>
                  <a:pt x="8454032" y="309364"/>
                  <a:pt x="8493720" y="198438"/>
                  <a:pt x="8573094" y="119063"/>
                </a:cubicBezTo>
                <a:cubicBezTo>
                  <a:pt x="8652469" y="39688"/>
                  <a:pt x="8762999" y="0"/>
                  <a:pt x="8904683" y="0"/>
                </a:cubicBezTo>
                <a:close/>
                <a:moveTo>
                  <a:pt x="3062883" y="0"/>
                </a:moveTo>
                <a:cubicBezTo>
                  <a:pt x="3174404" y="0"/>
                  <a:pt x="3259435" y="20737"/>
                  <a:pt x="3317974" y="62210"/>
                </a:cubicBezTo>
                <a:cubicBezTo>
                  <a:pt x="3376513" y="103684"/>
                  <a:pt x="3411339" y="169664"/>
                  <a:pt x="3422452" y="260152"/>
                </a:cubicBezTo>
                <a:lnTo>
                  <a:pt x="3168253" y="275035"/>
                </a:lnTo>
                <a:cubicBezTo>
                  <a:pt x="3161506" y="235744"/>
                  <a:pt x="3147318" y="207169"/>
                  <a:pt x="3125688" y="189310"/>
                </a:cubicBezTo>
                <a:cubicBezTo>
                  <a:pt x="3104058" y="171450"/>
                  <a:pt x="3074194" y="162521"/>
                  <a:pt x="3036094" y="162521"/>
                </a:cubicBezTo>
                <a:cubicBezTo>
                  <a:pt x="3004741" y="162521"/>
                  <a:pt x="2981126" y="169168"/>
                  <a:pt x="2965251" y="182464"/>
                </a:cubicBezTo>
                <a:cubicBezTo>
                  <a:pt x="2949377" y="195759"/>
                  <a:pt x="2941439" y="211932"/>
                  <a:pt x="2941439" y="230982"/>
                </a:cubicBezTo>
                <a:cubicBezTo>
                  <a:pt x="2941439" y="244872"/>
                  <a:pt x="2947987" y="257374"/>
                  <a:pt x="2961084" y="268486"/>
                </a:cubicBezTo>
                <a:cubicBezTo>
                  <a:pt x="2973784" y="279996"/>
                  <a:pt x="3003947" y="290711"/>
                  <a:pt x="3051572" y="300633"/>
                </a:cubicBezTo>
                <a:cubicBezTo>
                  <a:pt x="3169444" y="326033"/>
                  <a:pt x="3253879" y="351731"/>
                  <a:pt x="3304877" y="377726"/>
                </a:cubicBezTo>
                <a:cubicBezTo>
                  <a:pt x="3355876" y="403721"/>
                  <a:pt x="3392984" y="435967"/>
                  <a:pt x="3416201" y="474464"/>
                </a:cubicBezTo>
                <a:cubicBezTo>
                  <a:pt x="3439418" y="512961"/>
                  <a:pt x="3451027" y="556022"/>
                  <a:pt x="3451027" y="603647"/>
                </a:cubicBezTo>
                <a:cubicBezTo>
                  <a:pt x="3451027" y="659606"/>
                  <a:pt x="3435548" y="711200"/>
                  <a:pt x="3404592" y="758428"/>
                </a:cubicBezTo>
                <a:cubicBezTo>
                  <a:pt x="3373636" y="805656"/>
                  <a:pt x="3330377" y="841474"/>
                  <a:pt x="3274814" y="865882"/>
                </a:cubicBezTo>
                <a:cubicBezTo>
                  <a:pt x="3219251" y="890290"/>
                  <a:pt x="3149203" y="902494"/>
                  <a:pt x="3064669" y="902494"/>
                </a:cubicBezTo>
                <a:cubicBezTo>
                  <a:pt x="2916237" y="902494"/>
                  <a:pt x="2813447" y="873919"/>
                  <a:pt x="2756297" y="816769"/>
                </a:cubicBezTo>
                <a:cubicBezTo>
                  <a:pt x="2699147" y="759619"/>
                  <a:pt x="2666801" y="686991"/>
                  <a:pt x="2659261" y="598884"/>
                </a:cubicBezTo>
                <a:lnTo>
                  <a:pt x="2915841" y="582811"/>
                </a:lnTo>
                <a:cubicBezTo>
                  <a:pt x="2921397" y="624483"/>
                  <a:pt x="2932708" y="656233"/>
                  <a:pt x="2949773" y="678061"/>
                </a:cubicBezTo>
                <a:cubicBezTo>
                  <a:pt x="2977554" y="713383"/>
                  <a:pt x="3017242" y="731044"/>
                  <a:pt x="3068836" y="731044"/>
                </a:cubicBezTo>
                <a:cubicBezTo>
                  <a:pt x="3107333" y="731044"/>
                  <a:pt x="3136999" y="722015"/>
                  <a:pt x="3157835" y="703957"/>
                </a:cubicBezTo>
                <a:cubicBezTo>
                  <a:pt x="3178671" y="685899"/>
                  <a:pt x="3189089" y="664964"/>
                  <a:pt x="3189089" y="641152"/>
                </a:cubicBezTo>
                <a:cubicBezTo>
                  <a:pt x="3189089" y="618530"/>
                  <a:pt x="3179167" y="598289"/>
                  <a:pt x="3159323" y="580430"/>
                </a:cubicBezTo>
                <a:cubicBezTo>
                  <a:pt x="3139480" y="562570"/>
                  <a:pt x="3093442" y="545703"/>
                  <a:pt x="3021211" y="529828"/>
                </a:cubicBezTo>
                <a:cubicBezTo>
                  <a:pt x="2902942" y="503238"/>
                  <a:pt x="2818606" y="467916"/>
                  <a:pt x="2768203" y="423863"/>
                </a:cubicBezTo>
                <a:cubicBezTo>
                  <a:pt x="2717403" y="379810"/>
                  <a:pt x="2692003" y="323652"/>
                  <a:pt x="2692003" y="255389"/>
                </a:cubicBezTo>
                <a:cubicBezTo>
                  <a:pt x="2692003" y="210542"/>
                  <a:pt x="2705001" y="168176"/>
                  <a:pt x="2730996" y="128290"/>
                </a:cubicBezTo>
                <a:cubicBezTo>
                  <a:pt x="2756991" y="88404"/>
                  <a:pt x="2796084" y="57051"/>
                  <a:pt x="2848273" y="34231"/>
                </a:cubicBezTo>
                <a:cubicBezTo>
                  <a:pt x="2900462" y="11410"/>
                  <a:pt x="2971999" y="0"/>
                  <a:pt x="3062883" y="0"/>
                </a:cubicBezTo>
                <a:close/>
              </a:path>
            </a:pathLst>
          </a:custGeom>
          <a:noFill/>
          <a:ln>
            <a:solidFill>
              <a:schemeClr val="bg1">
                <a:alpha val="1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01B513A9-82F2-BCFF-DFFE-E3D47645EF7A}"/>
              </a:ext>
            </a:extLst>
          </p:cNvPr>
          <p:cNvSpPr/>
          <p:nvPr/>
        </p:nvSpPr>
        <p:spPr>
          <a:xfrm>
            <a:off x="457201" y="173736"/>
            <a:ext cx="11277598" cy="1968500"/>
          </a:xfrm>
          <a:custGeom>
            <a:avLst/>
            <a:gdLst/>
            <a:ahLst/>
            <a:cxnLst/>
            <a:rect l="l" t="t" r="r" b="b"/>
            <a:pathLst>
              <a:path w="15681126" h="902494">
                <a:moveTo>
                  <a:pt x="6652914" y="241102"/>
                </a:moveTo>
                <a:lnTo>
                  <a:pt x="6557590" y="554831"/>
                </a:lnTo>
                <a:lnTo>
                  <a:pt x="6749243" y="554831"/>
                </a:lnTo>
                <a:close/>
                <a:moveTo>
                  <a:pt x="13380838" y="212527"/>
                </a:moveTo>
                <a:lnTo>
                  <a:pt x="13380838" y="689372"/>
                </a:lnTo>
                <a:lnTo>
                  <a:pt x="13446918" y="689372"/>
                </a:lnTo>
                <a:cubicBezTo>
                  <a:pt x="13503274" y="689372"/>
                  <a:pt x="13543358" y="683121"/>
                  <a:pt x="13567171" y="670620"/>
                </a:cubicBezTo>
                <a:cubicBezTo>
                  <a:pt x="13590983" y="658118"/>
                  <a:pt x="13609637" y="636290"/>
                  <a:pt x="13623130" y="605135"/>
                </a:cubicBezTo>
                <a:cubicBezTo>
                  <a:pt x="13636624" y="573981"/>
                  <a:pt x="13643371" y="523478"/>
                  <a:pt x="13643371" y="453628"/>
                </a:cubicBezTo>
                <a:cubicBezTo>
                  <a:pt x="13643371" y="361157"/>
                  <a:pt x="13628289" y="297855"/>
                  <a:pt x="13598127" y="263724"/>
                </a:cubicBezTo>
                <a:cubicBezTo>
                  <a:pt x="13567965" y="229592"/>
                  <a:pt x="13517959" y="212527"/>
                  <a:pt x="13448108" y="212527"/>
                </a:cubicBezTo>
                <a:close/>
                <a:moveTo>
                  <a:pt x="8904088" y="204192"/>
                </a:moveTo>
                <a:cubicBezTo>
                  <a:pt x="8849716" y="204192"/>
                  <a:pt x="8806060" y="223441"/>
                  <a:pt x="8773119" y="261938"/>
                </a:cubicBezTo>
                <a:cubicBezTo>
                  <a:pt x="8740179" y="300435"/>
                  <a:pt x="8723708" y="364133"/>
                  <a:pt x="8723708" y="453033"/>
                </a:cubicBezTo>
                <a:cubicBezTo>
                  <a:pt x="8723708" y="541139"/>
                  <a:pt x="8740079" y="604441"/>
                  <a:pt x="8772822" y="642938"/>
                </a:cubicBezTo>
                <a:cubicBezTo>
                  <a:pt x="8805564" y="681434"/>
                  <a:pt x="8850113" y="700683"/>
                  <a:pt x="8906469" y="700683"/>
                </a:cubicBezTo>
                <a:cubicBezTo>
                  <a:pt x="8964413" y="700683"/>
                  <a:pt x="9009260" y="681831"/>
                  <a:pt x="9041010" y="644128"/>
                </a:cubicBezTo>
                <a:cubicBezTo>
                  <a:pt x="9072760" y="606425"/>
                  <a:pt x="9088635" y="538758"/>
                  <a:pt x="9088635" y="441127"/>
                </a:cubicBezTo>
                <a:cubicBezTo>
                  <a:pt x="9088635" y="358974"/>
                  <a:pt x="9072066" y="298946"/>
                  <a:pt x="9038926" y="261045"/>
                </a:cubicBezTo>
                <a:cubicBezTo>
                  <a:pt x="9005787" y="223143"/>
                  <a:pt x="8960841" y="204192"/>
                  <a:pt x="8904088" y="204192"/>
                </a:cubicBezTo>
                <a:close/>
                <a:moveTo>
                  <a:pt x="270867" y="192286"/>
                </a:moveTo>
                <a:lnTo>
                  <a:pt x="270867" y="386953"/>
                </a:lnTo>
                <a:lnTo>
                  <a:pt x="336947" y="386953"/>
                </a:lnTo>
                <a:cubicBezTo>
                  <a:pt x="388938" y="386953"/>
                  <a:pt x="425450" y="377924"/>
                  <a:pt x="446484" y="359867"/>
                </a:cubicBezTo>
                <a:cubicBezTo>
                  <a:pt x="467519" y="341809"/>
                  <a:pt x="478036" y="318691"/>
                  <a:pt x="478036" y="290513"/>
                </a:cubicBezTo>
                <a:cubicBezTo>
                  <a:pt x="478036" y="263128"/>
                  <a:pt x="468907" y="239911"/>
                  <a:pt x="450651" y="220861"/>
                </a:cubicBezTo>
                <a:cubicBezTo>
                  <a:pt x="432396" y="201811"/>
                  <a:pt x="398065" y="192286"/>
                  <a:pt x="347663" y="192286"/>
                </a:cubicBezTo>
                <a:close/>
                <a:moveTo>
                  <a:pt x="1151930" y="191096"/>
                </a:moveTo>
                <a:lnTo>
                  <a:pt x="1151930" y="368499"/>
                </a:lnTo>
                <a:lnTo>
                  <a:pt x="1265635" y="368499"/>
                </a:lnTo>
                <a:cubicBezTo>
                  <a:pt x="1277937" y="368499"/>
                  <a:pt x="1301750" y="364530"/>
                  <a:pt x="1337072" y="356592"/>
                </a:cubicBezTo>
                <a:cubicBezTo>
                  <a:pt x="1354932" y="353021"/>
                  <a:pt x="1369516" y="343892"/>
                  <a:pt x="1380827" y="329208"/>
                </a:cubicBezTo>
                <a:cubicBezTo>
                  <a:pt x="1392138" y="314524"/>
                  <a:pt x="1397794" y="297657"/>
                  <a:pt x="1397794" y="278607"/>
                </a:cubicBezTo>
                <a:cubicBezTo>
                  <a:pt x="1397794" y="250428"/>
                  <a:pt x="1388864" y="228799"/>
                  <a:pt x="1371005" y="213717"/>
                </a:cubicBezTo>
                <a:cubicBezTo>
                  <a:pt x="1353145" y="198636"/>
                  <a:pt x="1319610" y="191096"/>
                  <a:pt x="1270397" y="191096"/>
                </a:cubicBezTo>
                <a:close/>
                <a:moveTo>
                  <a:pt x="14059494" y="14883"/>
                </a:moveTo>
                <a:lnTo>
                  <a:pt x="14782204" y="14883"/>
                </a:lnTo>
                <a:lnTo>
                  <a:pt x="14782204" y="201216"/>
                </a:lnTo>
                <a:lnTo>
                  <a:pt x="14329766" y="201216"/>
                </a:lnTo>
                <a:lnTo>
                  <a:pt x="14329766" y="339924"/>
                </a:lnTo>
                <a:lnTo>
                  <a:pt x="14749462" y="339924"/>
                </a:lnTo>
                <a:lnTo>
                  <a:pt x="14749462" y="517922"/>
                </a:lnTo>
                <a:lnTo>
                  <a:pt x="14329766" y="517922"/>
                </a:lnTo>
                <a:lnTo>
                  <a:pt x="14329766" y="689967"/>
                </a:lnTo>
                <a:lnTo>
                  <a:pt x="14795301" y="689967"/>
                </a:lnTo>
                <a:lnTo>
                  <a:pt x="14795301" y="887611"/>
                </a:lnTo>
                <a:lnTo>
                  <a:pt x="14059494" y="887611"/>
                </a:lnTo>
                <a:close/>
                <a:moveTo>
                  <a:pt x="13111162" y="14883"/>
                </a:moveTo>
                <a:lnTo>
                  <a:pt x="13511807" y="14883"/>
                </a:lnTo>
                <a:cubicBezTo>
                  <a:pt x="13590785" y="14883"/>
                  <a:pt x="13654583" y="25599"/>
                  <a:pt x="13703200" y="47030"/>
                </a:cubicBezTo>
                <a:cubicBezTo>
                  <a:pt x="13751817" y="68461"/>
                  <a:pt x="13792000" y="99219"/>
                  <a:pt x="13823751" y="139303"/>
                </a:cubicBezTo>
                <a:cubicBezTo>
                  <a:pt x="13855501" y="179388"/>
                  <a:pt x="13878519" y="226021"/>
                  <a:pt x="13892807" y="279202"/>
                </a:cubicBezTo>
                <a:cubicBezTo>
                  <a:pt x="13907094" y="332383"/>
                  <a:pt x="13914238" y="388739"/>
                  <a:pt x="13914238" y="448271"/>
                </a:cubicBezTo>
                <a:cubicBezTo>
                  <a:pt x="13914238" y="541536"/>
                  <a:pt x="13903621" y="613867"/>
                  <a:pt x="13882389" y="665262"/>
                </a:cubicBezTo>
                <a:cubicBezTo>
                  <a:pt x="13861156" y="716657"/>
                  <a:pt x="13831688" y="759718"/>
                  <a:pt x="13793985" y="794445"/>
                </a:cubicBezTo>
                <a:cubicBezTo>
                  <a:pt x="13756281" y="829171"/>
                  <a:pt x="13715800" y="852289"/>
                  <a:pt x="13672541" y="863799"/>
                </a:cubicBezTo>
                <a:cubicBezTo>
                  <a:pt x="13613406" y="879673"/>
                  <a:pt x="13559828" y="887611"/>
                  <a:pt x="13511807" y="887611"/>
                </a:cubicBezTo>
                <a:lnTo>
                  <a:pt x="13111162" y="887611"/>
                </a:lnTo>
                <a:close/>
                <a:moveTo>
                  <a:pt x="12642055" y="14883"/>
                </a:moveTo>
                <a:lnTo>
                  <a:pt x="12912327" y="14883"/>
                </a:lnTo>
                <a:lnTo>
                  <a:pt x="12912327" y="887611"/>
                </a:lnTo>
                <a:lnTo>
                  <a:pt x="12642055" y="887611"/>
                </a:lnTo>
                <a:close/>
                <a:moveTo>
                  <a:pt x="11821715" y="14883"/>
                </a:moveTo>
                <a:lnTo>
                  <a:pt x="12091391" y="14883"/>
                </a:lnTo>
                <a:lnTo>
                  <a:pt x="12091391" y="672703"/>
                </a:lnTo>
                <a:lnTo>
                  <a:pt x="12512277" y="672703"/>
                </a:lnTo>
                <a:lnTo>
                  <a:pt x="12512277" y="887611"/>
                </a:lnTo>
                <a:lnTo>
                  <a:pt x="11821715" y="887611"/>
                </a:lnTo>
                <a:close/>
                <a:moveTo>
                  <a:pt x="9508926" y="14883"/>
                </a:moveTo>
                <a:lnTo>
                  <a:pt x="9760743" y="14883"/>
                </a:lnTo>
                <a:lnTo>
                  <a:pt x="10089355" y="497719"/>
                </a:lnTo>
                <a:lnTo>
                  <a:pt x="10089355" y="14883"/>
                </a:lnTo>
                <a:lnTo>
                  <a:pt x="10343554" y="14883"/>
                </a:lnTo>
                <a:lnTo>
                  <a:pt x="10343554" y="887611"/>
                </a:lnTo>
                <a:lnTo>
                  <a:pt x="10089355" y="887611"/>
                </a:lnTo>
                <a:lnTo>
                  <a:pt x="9762529" y="408422"/>
                </a:lnTo>
                <a:lnTo>
                  <a:pt x="9762529" y="887611"/>
                </a:lnTo>
                <a:lnTo>
                  <a:pt x="9508926" y="887611"/>
                </a:lnTo>
                <a:close/>
                <a:moveTo>
                  <a:pt x="8022431" y="14883"/>
                </a:moveTo>
                <a:lnTo>
                  <a:pt x="8292702" y="14883"/>
                </a:lnTo>
                <a:lnTo>
                  <a:pt x="8292702" y="887611"/>
                </a:lnTo>
                <a:lnTo>
                  <a:pt x="8022431" y="887611"/>
                </a:lnTo>
                <a:close/>
                <a:moveTo>
                  <a:pt x="7074098" y="14883"/>
                </a:moveTo>
                <a:lnTo>
                  <a:pt x="7893843" y="14883"/>
                </a:lnTo>
                <a:lnTo>
                  <a:pt x="7893843" y="230386"/>
                </a:lnTo>
                <a:lnTo>
                  <a:pt x="7618809" y="230386"/>
                </a:lnTo>
                <a:lnTo>
                  <a:pt x="7618809" y="887611"/>
                </a:lnTo>
                <a:lnTo>
                  <a:pt x="7349132" y="887611"/>
                </a:lnTo>
                <a:lnTo>
                  <a:pt x="7349132" y="230386"/>
                </a:lnTo>
                <a:lnTo>
                  <a:pt x="7074098" y="230386"/>
                </a:lnTo>
                <a:close/>
                <a:moveTo>
                  <a:pt x="6509147" y="14883"/>
                </a:moveTo>
                <a:lnTo>
                  <a:pt x="6803305" y="14883"/>
                </a:lnTo>
                <a:lnTo>
                  <a:pt x="7131248" y="887611"/>
                </a:lnTo>
                <a:lnTo>
                  <a:pt x="6848847" y="887611"/>
                </a:lnTo>
                <a:lnTo>
                  <a:pt x="6805184" y="743545"/>
                </a:lnTo>
                <a:lnTo>
                  <a:pt x="6499017" y="743545"/>
                </a:lnTo>
                <a:lnTo>
                  <a:pt x="6456480" y="887611"/>
                </a:lnTo>
                <a:lnTo>
                  <a:pt x="6181129" y="887611"/>
                </a:lnTo>
                <a:close/>
                <a:moveTo>
                  <a:pt x="5416748" y="14883"/>
                </a:moveTo>
                <a:lnTo>
                  <a:pt x="6236493" y="14883"/>
                </a:lnTo>
                <a:lnTo>
                  <a:pt x="6236493" y="230386"/>
                </a:lnTo>
                <a:lnTo>
                  <a:pt x="5961459" y="230386"/>
                </a:lnTo>
                <a:lnTo>
                  <a:pt x="5961459" y="887611"/>
                </a:lnTo>
                <a:lnTo>
                  <a:pt x="5691782" y="887611"/>
                </a:lnTo>
                <a:lnTo>
                  <a:pt x="5691782" y="230386"/>
                </a:lnTo>
                <a:lnTo>
                  <a:pt x="5416748" y="230386"/>
                </a:lnTo>
                <a:close/>
                <a:moveTo>
                  <a:pt x="4460676" y="14883"/>
                </a:moveTo>
                <a:lnTo>
                  <a:pt x="4712494" y="14883"/>
                </a:lnTo>
                <a:lnTo>
                  <a:pt x="5041106" y="497719"/>
                </a:lnTo>
                <a:lnTo>
                  <a:pt x="5041106" y="14883"/>
                </a:lnTo>
                <a:lnTo>
                  <a:pt x="5295304" y="14883"/>
                </a:lnTo>
                <a:lnTo>
                  <a:pt x="5295304" y="887611"/>
                </a:lnTo>
                <a:lnTo>
                  <a:pt x="5041106" y="887611"/>
                </a:lnTo>
                <a:lnTo>
                  <a:pt x="4714280" y="408422"/>
                </a:lnTo>
                <a:lnTo>
                  <a:pt x="4714280" y="887611"/>
                </a:lnTo>
                <a:lnTo>
                  <a:pt x="4460676" y="887611"/>
                </a:lnTo>
                <a:close/>
                <a:moveTo>
                  <a:pt x="3581995" y="14883"/>
                </a:moveTo>
                <a:lnTo>
                  <a:pt x="4304705" y="14883"/>
                </a:lnTo>
                <a:lnTo>
                  <a:pt x="4304705" y="201216"/>
                </a:lnTo>
                <a:lnTo>
                  <a:pt x="3852267" y="201216"/>
                </a:lnTo>
                <a:lnTo>
                  <a:pt x="3852267" y="339924"/>
                </a:lnTo>
                <a:lnTo>
                  <a:pt x="4271962" y="339924"/>
                </a:lnTo>
                <a:lnTo>
                  <a:pt x="4271962" y="517922"/>
                </a:lnTo>
                <a:lnTo>
                  <a:pt x="3852267" y="517922"/>
                </a:lnTo>
                <a:lnTo>
                  <a:pt x="3852267" y="689967"/>
                </a:lnTo>
                <a:lnTo>
                  <a:pt x="4317801" y="689967"/>
                </a:lnTo>
                <a:lnTo>
                  <a:pt x="4317801" y="887611"/>
                </a:lnTo>
                <a:lnTo>
                  <a:pt x="3581995" y="887611"/>
                </a:lnTo>
                <a:close/>
                <a:moveTo>
                  <a:pt x="1829395" y="14883"/>
                </a:moveTo>
                <a:lnTo>
                  <a:pt x="2552104" y="14883"/>
                </a:lnTo>
                <a:lnTo>
                  <a:pt x="2552104" y="201216"/>
                </a:lnTo>
                <a:lnTo>
                  <a:pt x="2099668" y="201216"/>
                </a:lnTo>
                <a:lnTo>
                  <a:pt x="2099668" y="339924"/>
                </a:lnTo>
                <a:lnTo>
                  <a:pt x="2519362" y="339924"/>
                </a:lnTo>
                <a:lnTo>
                  <a:pt x="2519362" y="517922"/>
                </a:lnTo>
                <a:lnTo>
                  <a:pt x="2099668" y="517922"/>
                </a:lnTo>
                <a:lnTo>
                  <a:pt x="2099668" y="689967"/>
                </a:lnTo>
                <a:lnTo>
                  <a:pt x="2565202" y="689967"/>
                </a:lnTo>
                <a:lnTo>
                  <a:pt x="2565202" y="887611"/>
                </a:lnTo>
                <a:lnTo>
                  <a:pt x="1829395" y="887611"/>
                </a:lnTo>
                <a:close/>
                <a:moveTo>
                  <a:pt x="881063" y="14883"/>
                </a:moveTo>
                <a:lnTo>
                  <a:pt x="1330523" y="14883"/>
                </a:lnTo>
                <a:cubicBezTo>
                  <a:pt x="1413867" y="14883"/>
                  <a:pt x="1477566" y="22027"/>
                  <a:pt x="1521618" y="36314"/>
                </a:cubicBezTo>
                <a:cubicBezTo>
                  <a:pt x="1565672" y="50602"/>
                  <a:pt x="1601192" y="77093"/>
                  <a:pt x="1628180" y="115789"/>
                </a:cubicBezTo>
                <a:cubicBezTo>
                  <a:pt x="1655167" y="154484"/>
                  <a:pt x="1668661" y="201613"/>
                  <a:pt x="1668661" y="257175"/>
                </a:cubicBezTo>
                <a:cubicBezTo>
                  <a:pt x="1668661" y="305594"/>
                  <a:pt x="1658336" y="347365"/>
                  <a:pt x="1637686" y="382489"/>
                </a:cubicBezTo>
                <a:cubicBezTo>
                  <a:pt x="1617036" y="417612"/>
                  <a:pt x="1588645" y="446088"/>
                  <a:pt x="1552510" y="467916"/>
                </a:cubicBezTo>
                <a:cubicBezTo>
                  <a:pt x="1529479" y="481807"/>
                  <a:pt x="1497908" y="493316"/>
                  <a:pt x="1457799" y="502444"/>
                </a:cubicBezTo>
                <a:cubicBezTo>
                  <a:pt x="1489922" y="513172"/>
                  <a:pt x="1513321" y="523897"/>
                  <a:pt x="1528000" y="534619"/>
                </a:cubicBezTo>
                <a:cubicBezTo>
                  <a:pt x="1537916" y="541769"/>
                  <a:pt x="1552293" y="557062"/>
                  <a:pt x="1571132" y="580500"/>
                </a:cubicBezTo>
                <a:cubicBezTo>
                  <a:pt x="1589972" y="603937"/>
                  <a:pt x="1602562" y="622012"/>
                  <a:pt x="1608906" y="634724"/>
                </a:cubicBezTo>
                <a:lnTo>
                  <a:pt x="1739503" y="887611"/>
                </a:lnTo>
                <a:lnTo>
                  <a:pt x="1434787" y="887611"/>
                </a:lnTo>
                <a:lnTo>
                  <a:pt x="1290638" y="620911"/>
                </a:lnTo>
                <a:cubicBezTo>
                  <a:pt x="1272381" y="586383"/>
                  <a:pt x="1256110" y="563959"/>
                  <a:pt x="1241822" y="553641"/>
                </a:cubicBezTo>
                <a:cubicBezTo>
                  <a:pt x="1222375" y="540147"/>
                  <a:pt x="1200349" y="533400"/>
                  <a:pt x="1175742" y="533400"/>
                </a:cubicBezTo>
                <a:lnTo>
                  <a:pt x="1151930" y="533400"/>
                </a:lnTo>
                <a:lnTo>
                  <a:pt x="1151930" y="887611"/>
                </a:lnTo>
                <a:lnTo>
                  <a:pt x="881063" y="887611"/>
                </a:lnTo>
                <a:close/>
                <a:moveTo>
                  <a:pt x="0" y="14883"/>
                </a:moveTo>
                <a:lnTo>
                  <a:pt x="448271" y="14883"/>
                </a:lnTo>
                <a:cubicBezTo>
                  <a:pt x="545902" y="14883"/>
                  <a:pt x="619026" y="38100"/>
                  <a:pt x="667643" y="84535"/>
                </a:cubicBezTo>
                <a:cubicBezTo>
                  <a:pt x="716260" y="130969"/>
                  <a:pt x="740568" y="197049"/>
                  <a:pt x="740568" y="282774"/>
                </a:cubicBezTo>
                <a:cubicBezTo>
                  <a:pt x="740568" y="370880"/>
                  <a:pt x="714078" y="439738"/>
                  <a:pt x="661094" y="489347"/>
                </a:cubicBezTo>
                <a:cubicBezTo>
                  <a:pt x="608111" y="538956"/>
                  <a:pt x="527249" y="563761"/>
                  <a:pt x="418505" y="563761"/>
                </a:cubicBezTo>
                <a:lnTo>
                  <a:pt x="270867" y="563761"/>
                </a:lnTo>
                <a:lnTo>
                  <a:pt x="270867" y="887611"/>
                </a:lnTo>
                <a:lnTo>
                  <a:pt x="0" y="887611"/>
                </a:lnTo>
                <a:close/>
                <a:moveTo>
                  <a:pt x="15292982" y="0"/>
                </a:moveTo>
                <a:cubicBezTo>
                  <a:pt x="15404504" y="0"/>
                  <a:pt x="15489534" y="20737"/>
                  <a:pt x="15548073" y="62210"/>
                </a:cubicBezTo>
                <a:cubicBezTo>
                  <a:pt x="15606613" y="103684"/>
                  <a:pt x="15641438" y="169664"/>
                  <a:pt x="15652551" y="260152"/>
                </a:cubicBezTo>
                <a:lnTo>
                  <a:pt x="15398352" y="275035"/>
                </a:lnTo>
                <a:cubicBezTo>
                  <a:pt x="15391605" y="235744"/>
                  <a:pt x="15377417" y="207169"/>
                  <a:pt x="15355787" y="189310"/>
                </a:cubicBezTo>
                <a:cubicBezTo>
                  <a:pt x="15334157" y="171450"/>
                  <a:pt x="15304293" y="162521"/>
                  <a:pt x="15266193" y="162521"/>
                </a:cubicBezTo>
                <a:cubicBezTo>
                  <a:pt x="15234840" y="162521"/>
                  <a:pt x="15211225" y="169168"/>
                  <a:pt x="15195351" y="182464"/>
                </a:cubicBezTo>
                <a:cubicBezTo>
                  <a:pt x="15179476" y="195759"/>
                  <a:pt x="15171538" y="211932"/>
                  <a:pt x="15171538" y="230982"/>
                </a:cubicBezTo>
                <a:cubicBezTo>
                  <a:pt x="15171538" y="244872"/>
                  <a:pt x="15178087" y="257374"/>
                  <a:pt x="15191183" y="268486"/>
                </a:cubicBezTo>
                <a:cubicBezTo>
                  <a:pt x="15203884" y="279996"/>
                  <a:pt x="15234046" y="290711"/>
                  <a:pt x="15281671" y="300633"/>
                </a:cubicBezTo>
                <a:cubicBezTo>
                  <a:pt x="15399543" y="326033"/>
                  <a:pt x="15483978" y="351731"/>
                  <a:pt x="15534976" y="377726"/>
                </a:cubicBezTo>
                <a:cubicBezTo>
                  <a:pt x="15585974" y="403721"/>
                  <a:pt x="15623083" y="435967"/>
                  <a:pt x="15646300" y="474464"/>
                </a:cubicBezTo>
                <a:cubicBezTo>
                  <a:pt x="15669517" y="512961"/>
                  <a:pt x="15681126" y="556022"/>
                  <a:pt x="15681126" y="603647"/>
                </a:cubicBezTo>
                <a:cubicBezTo>
                  <a:pt x="15681126" y="659606"/>
                  <a:pt x="15665647" y="711200"/>
                  <a:pt x="15634691" y="758428"/>
                </a:cubicBezTo>
                <a:cubicBezTo>
                  <a:pt x="15603735" y="805656"/>
                  <a:pt x="15560476" y="841474"/>
                  <a:pt x="15504913" y="865882"/>
                </a:cubicBezTo>
                <a:cubicBezTo>
                  <a:pt x="15449350" y="890290"/>
                  <a:pt x="15379302" y="902494"/>
                  <a:pt x="15294768" y="902494"/>
                </a:cubicBezTo>
                <a:cubicBezTo>
                  <a:pt x="15146336" y="902494"/>
                  <a:pt x="15043546" y="873919"/>
                  <a:pt x="14986396" y="816769"/>
                </a:cubicBezTo>
                <a:cubicBezTo>
                  <a:pt x="14929246" y="759619"/>
                  <a:pt x="14896900" y="686991"/>
                  <a:pt x="14889360" y="598884"/>
                </a:cubicBezTo>
                <a:lnTo>
                  <a:pt x="15145940" y="582811"/>
                </a:lnTo>
                <a:cubicBezTo>
                  <a:pt x="15151496" y="624483"/>
                  <a:pt x="15162807" y="656233"/>
                  <a:pt x="15179872" y="678061"/>
                </a:cubicBezTo>
                <a:cubicBezTo>
                  <a:pt x="15207653" y="713383"/>
                  <a:pt x="15247342" y="731044"/>
                  <a:pt x="15298935" y="731044"/>
                </a:cubicBezTo>
                <a:cubicBezTo>
                  <a:pt x="15337431" y="731044"/>
                  <a:pt x="15367098" y="722015"/>
                  <a:pt x="15387934" y="703957"/>
                </a:cubicBezTo>
                <a:cubicBezTo>
                  <a:pt x="15408770" y="685899"/>
                  <a:pt x="15419188" y="664964"/>
                  <a:pt x="15419188" y="641152"/>
                </a:cubicBezTo>
                <a:cubicBezTo>
                  <a:pt x="15419188" y="618530"/>
                  <a:pt x="15409267" y="598289"/>
                  <a:pt x="15389422" y="580430"/>
                </a:cubicBezTo>
                <a:cubicBezTo>
                  <a:pt x="15369578" y="562570"/>
                  <a:pt x="15323542" y="545703"/>
                  <a:pt x="15251310" y="529828"/>
                </a:cubicBezTo>
                <a:cubicBezTo>
                  <a:pt x="15133042" y="503238"/>
                  <a:pt x="15048705" y="467916"/>
                  <a:pt x="14998302" y="423863"/>
                </a:cubicBezTo>
                <a:cubicBezTo>
                  <a:pt x="14947502" y="379810"/>
                  <a:pt x="14922102" y="323652"/>
                  <a:pt x="14922102" y="255389"/>
                </a:cubicBezTo>
                <a:cubicBezTo>
                  <a:pt x="14922102" y="210542"/>
                  <a:pt x="14935100" y="168176"/>
                  <a:pt x="14961095" y="128290"/>
                </a:cubicBezTo>
                <a:cubicBezTo>
                  <a:pt x="14987090" y="88404"/>
                  <a:pt x="15026183" y="57051"/>
                  <a:pt x="15078372" y="34231"/>
                </a:cubicBezTo>
                <a:cubicBezTo>
                  <a:pt x="15130560" y="11410"/>
                  <a:pt x="15202098" y="0"/>
                  <a:pt x="15292982" y="0"/>
                </a:cubicBezTo>
                <a:close/>
                <a:moveTo>
                  <a:pt x="11302007" y="0"/>
                </a:moveTo>
                <a:cubicBezTo>
                  <a:pt x="11413529" y="0"/>
                  <a:pt x="11498559" y="20737"/>
                  <a:pt x="11557098" y="62210"/>
                </a:cubicBezTo>
                <a:cubicBezTo>
                  <a:pt x="11615638" y="103684"/>
                  <a:pt x="11650463" y="169664"/>
                  <a:pt x="11661576" y="260152"/>
                </a:cubicBezTo>
                <a:lnTo>
                  <a:pt x="11407377" y="275035"/>
                </a:lnTo>
                <a:cubicBezTo>
                  <a:pt x="11400630" y="235744"/>
                  <a:pt x="11386442" y="207169"/>
                  <a:pt x="11364812" y="189310"/>
                </a:cubicBezTo>
                <a:cubicBezTo>
                  <a:pt x="11343182" y="171450"/>
                  <a:pt x="11313318" y="162521"/>
                  <a:pt x="11275218" y="162521"/>
                </a:cubicBezTo>
                <a:cubicBezTo>
                  <a:pt x="11243865" y="162521"/>
                  <a:pt x="11220250" y="169168"/>
                  <a:pt x="11204376" y="182464"/>
                </a:cubicBezTo>
                <a:cubicBezTo>
                  <a:pt x="11188501" y="195759"/>
                  <a:pt x="11180563" y="211932"/>
                  <a:pt x="11180563" y="230982"/>
                </a:cubicBezTo>
                <a:cubicBezTo>
                  <a:pt x="11180563" y="244872"/>
                  <a:pt x="11187112" y="257374"/>
                  <a:pt x="11200208" y="268486"/>
                </a:cubicBezTo>
                <a:cubicBezTo>
                  <a:pt x="11212909" y="279996"/>
                  <a:pt x="11243071" y="290711"/>
                  <a:pt x="11290696" y="300633"/>
                </a:cubicBezTo>
                <a:cubicBezTo>
                  <a:pt x="11408568" y="326033"/>
                  <a:pt x="11493003" y="351731"/>
                  <a:pt x="11544001" y="377726"/>
                </a:cubicBezTo>
                <a:cubicBezTo>
                  <a:pt x="11594999" y="403721"/>
                  <a:pt x="11632108" y="435967"/>
                  <a:pt x="11655325" y="474464"/>
                </a:cubicBezTo>
                <a:cubicBezTo>
                  <a:pt x="11678542" y="512961"/>
                  <a:pt x="11690151" y="556022"/>
                  <a:pt x="11690151" y="603647"/>
                </a:cubicBezTo>
                <a:cubicBezTo>
                  <a:pt x="11690151" y="659606"/>
                  <a:pt x="11674672" y="711200"/>
                  <a:pt x="11643716" y="758428"/>
                </a:cubicBezTo>
                <a:cubicBezTo>
                  <a:pt x="11612760" y="805656"/>
                  <a:pt x="11569501" y="841474"/>
                  <a:pt x="11513938" y="865882"/>
                </a:cubicBezTo>
                <a:cubicBezTo>
                  <a:pt x="11458375" y="890290"/>
                  <a:pt x="11388327" y="902494"/>
                  <a:pt x="11303793" y="902494"/>
                </a:cubicBezTo>
                <a:cubicBezTo>
                  <a:pt x="11155361" y="902494"/>
                  <a:pt x="11052571" y="873919"/>
                  <a:pt x="10995421" y="816769"/>
                </a:cubicBezTo>
                <a:cubicBezTo>
                  <a:pt x="10938271" y="759619"/>
                  <a:pt x="10905925" y="686991"/>
                  <a:pt x="10898385" y="598884"/>
                </a:cubicBezTo>
                <a:lnTo>
                  <a:pt x="11154965" y="582811"/>
                </a:lnTo>
                <a:cubicBezTo>
                  <a:pt x="11160521" y="624483"/>
                  <a:pt x="11171832" y="656233"/>
                  <a:pt x="11188897" y="678061"/>
                </a:cubicBezTo>
                <a:cubicBezTo>
                  <a:pt x="11216678" y="713383"/>
                  <a:pt x="11256367" y="731044"/>
                  <a:pt x="11307960" y="731044"/>
                </a:cubicBezTo>
                <a:cubicBezTo>
                  <a:pt x="11346456" y="731044"/>
                  <a:pt x="11376123" y="722015"/>
                  <a:pt x="11396959" y="703957"/>
                </a:cubicBezTo>
                <a:cubicBezTo>
                  <a:pt x="11417795" y="685899"/>
                  <a:pt x="11428213" y="664964"/>
                  <a:pt x="11428213" y="641152"/>
                </a:cubicBezTo>
                <a:cubicBezTo>
                  <a:pt x="11428213" y="618530"/>
                  <a:pt x="11418292" y="598289"/>
                  <a:pt x="11398447" y="580430"/>
                </a:cubicBezTo>
                <a:cubicBezTo>
                  <a:pt x="11378603" y="562570"/>
                  <a:pt x="11332567" y="545703"/>
                  <a:pt x="11260335" y="529828"/>
                </a:cubicBezTo>
                <a:cubicBezTo>
                  <a:pt x="11142067" y="503238"/>
                  <a:pt x="11057730" y="467916"/>
                  <a:pt x="11007327" y="423863"/>
                </a:cubicBezTo>
                <a:cubicBezTo>
                  <a:pt x="10956527" y="379810"/>
                  <a:pt x="10931127" y="323652"/>
                  <a:pt x="10931127" y="255389"/>
                </a:cubicBezTo>
                <a:cubicBezTo>
                  <a:pt x="10931127" y="210542"/>
                  <a:pt x="10944125" y="168176"/>
                  <a:pt x="10970120" y="128290"/>
                </a:cubicBezTo>
                <a:cubicBezTo>
                  <a:pt x="10996115" y="88404"/>
                  <a:pt x="11035208" y="57051"/>
                  <a:pt x="11087397" y="34231"/>
                </a:cubicBezTo>
                <a:cubicBezTo>
                  <a:pt x="11139585" y="11410"/>
                  <a:pt x="11211123" y="0"/>
                  <a:pt x="11302007" y="0"/>
                </a:cubicBezTo>
                <a:close/>
                <a:moveTo>
                  <a:pt x="8904683" y="0"/>
                </a:moveTo>
                <a:cubicBezTo>
                  <a:pt x="9049940" y="0"/>
                  <a:pt x="9161858" y="38993"/>
                  <a:pt x="9240440" y="116979"/>
                </a:cubicBezTo>
                <a:cubicBezTo>
                  <a:pt x="9319021" y="194965"/>
                  <a:pt x="9358312" y="304205"/>
                  <a:pt x="9358312" y="444699"/>
                </a:cubicBezTo>
                <a:cubicBezTo>
                  <a:pt x="9358312" y="546695"/>
                  <a:pt x="9341147" y="630337"/>
                  <a:pt x="9306817" y="695623"/>
                </a:cubicBezTo>
                <a:cubicBezTo>
                  <a:pt x="9272487" y="760909"/>
                  <a:pt x="9222878" y="811709"/>
                  <a:pt x="9157989" y="848023"/>
                </a:cubicBezTo>
                <a:cubicBezTo>
                  <a:pt x="9093100" y="884337"/>
                  <a:pt x="9012237" y="902494"/>
                  <a:pt x="8915399" y="902494"/>
                </a:cubicBezTo>
                <a:cubicBezTo>
                  <a:pt x="8816974" y="902494"/>
                  <a:pt x="8735515" y="886817"/>
                  <a:pt x="8671023" y="855464"/>
                </a:cubicBezTo>
                <a:cubicBezTo>
                  <a:pt x="8606531" y="824111"/>
                  <a:pt x="8554243" y="774502"/>
                  <a:pt x="8514158" y="706636"/>
                </a:cubicBezTo>
                <a:cubicBezTo>
                  <a:pt x="8474074" y="638770"/>
                  <a:pt x="8454032" y="553839"/>
                  <a:pt x="8454032" y="451842"/>
                </a:cubicBezTo>
                <a:cubicBezTo>
                  <a:pt x="8454032" y="309364"/>
                  <a:pt x="8493720" y="198438"/>
                  <a:pt x="8573094" y="119063"/>
                </a:cubicBezTo>
                <a:cubicBezTo>
                  <a:pt x="8652469" y="39688"/>
                  <a:pt x="8762999" y="0"/>
                  <a:pt x="8904683" y="0"/>
                </a:cubicBezTo>
                <a:close/>
                <a:moveTo>
                  <a:pt x="3062883" y="0"/>
                </a:moveTo>
                <a:cubicBezTo>
                  <a:pt x="3174404" y="0"/>
                  <a:pt x="3259435" y="20737"/>
                  <a:pt x="3317974" y="62210"/>
                </a:cubicBezTo>
                <a:cubicBezTo>
                  <a:pt x="3376513" y="103684"/>
                  <a:pt x="3411339" y="169664"/>
                  <a:pt x="3422452" y="260152"/>
                </a:cubicBezTo>
                <a:lnTo>
                  <a:pt x="3168253" y="275035"/>
                </a:lnTo>
                <a:cubicBezTo>
                  <a:pt x="3161506" y="235744"/>
                  <a:pt x="3147318" y="207169"/>
                  <a:pt x="3125688" y="189310"/>
                </a:cubicBezTo>
                <a:cubicBezTo>
                  <a:pt x="3104058" y="171450"/>
                  <a:pt x="3074194" y="162521"/>
                  <a:pt x="3036094" y="162521"/>
                </a:cubicBezTo>
                <a:cubicBezTo>
                  <a:pt x="3004741" y="162521"/>
                  <a:pt x="2981126" y="169168"/>
                  <a:pt x="2965251" y="182464"/>
                </a:cubicBezTo>
                <a:cubicBezTo>
                  <a:pt x="2949377" y="195759"/>
                  <a:pt x="2941439" y="211932"/>
                  <a:pt x="2941439" y="230982"/>
                </a:cubicBezTo>
                <a:cubicBezTo>
                  <a:pt x="2941439" y="244872"/>
                  <a:pt x="2947987" y="257374"/>
                  <a:pt x="2961084" y="268486"/>
                </a:cubicBezTo>
                <a:cubicBezTo>
                  <a:pt x="2973784" y="279996"/>
                  <a:pt x="3003947" y="290711"/>
                  <a:pt x="3051572" y="300633"/>
                </a:cubicBezTo>
                <a:cubicBezTo>
                  <a:pt x="3169444" y="326033"/>
                  <a:pt x="3253879" y="351731"/>
                  <a:pt x="3304877" y="377726"/>
                </a:cubicBezTo>
                <a:cubicBezTo>
                  <a:pt x="3355876" y="403721"/>
                  <a:pt x="3392984" y="435967"/>
                  <a:pt x="3416201" y="474464"/>
                </a:cubicBezTo>
                <a:cubicBezTo>
                  <a:pt x="3439418" y="512961"/>
                  <a:pt x="3451027" y="556022"/>
                  <a:pt x="3451027" y="603647"/>
                </a:cubicBezTo>
                <a:cubicBezTo>
                  <a:pt x="3451027" y="659606"/>
                  <a:pt x="3435548" y="711200"/>
                  <a:pt x="3404592" y="758428"/>
                </a:cubicBezTo>
                <a:cubicBezTo>
                  <a:pt x="3373636" y="805656"/>
                  <a:pt x="3330377" y="841474"/>
                  <a:pt x="3274814" y="865882"/>
                </a:cubicBezTo>
                <a:cubicBezTo>
                  <a:pt x="3219251" y="890290"/>
                  <a:pt x="3149203" y="902494"/>
                  <a:pt x="3064669" y="902494"/>
                </a:cubicBezTo>
                <a:cubicBezTo>
                  <a:pt x="2916237" y="902494"/>
                  <a:pt x="2813447" y="873919"/>
                  <a:pt x="2756297" y="816769"/>
                </a:cubicBezTo>
                <a:cubicBezTo>
                  <a:pt x="2699147" y="759619"/>
                  <a:pt x="2666801" y="686991"/>
                  <a:pt x="2659261" y="598884"/>
                </a:cubicBezTo>
                <a:lnTo>
                  <a:pt x="2915841" y="582811"/>
                </a:lnTo>
                <a:cubicBezTo>
                  <a:pt x="2921397" y="624483"/>
                  <a:pt x="2932708" y="656233"/>
                  <a:pt x="2949773" y="678061"/>
                </a:cubicBezTo>
                <a:cubicBezTo>
                  <a:pt x="2977554" y="713383"/>
                  <a:pt x="3017242" y="731044"/>
                  <a:pt x="3068836" y="731044"/>
                </a:cubicBezTo>
                <a:cubicBezTo>
                  <a:pt x="3107333" y="731044"/>
                  <a:pt x="3136999" y="722015"/>
                  <a:pt x="3157835" y="703957"/>
                </a:cubicBezTo>
                <a:cubicBezTo>
                  <a:pt x="3178671" y="685899"/>
                  <a:pt x="3189089" y="664964"/>
                  <a:pt x="3189089" y="641152"/>
                </a:cubicBezTo>
                <a:cubicBezTo>
                  <a:pt x="3189089" y="618530"/>
                  <a:pt x="3179167" y="598289"/>
                  <a:pt x="3159323" y="580430"/>
                </a:cubicBezTo>
                <a:cubicBezTo>
                  <a:pt x="3139480" y="562570"/>
                  <a:pt x="3093442" y="545703"/>
                  <a:pt x="3021211" y="529828"/>
                </a:cubicBezTo>
                <a:cubicBezTo>
                  <a:pt x="2902942" y="503238"/>
                  <a:pt x="2818606" y="467916"/>
                  <a:pt x="2768203" y="423863"/>
                </a:cubicBezTo>
                <a:cubicBezTo>
                  <a:pt x="2717403" y="379810"/>
                  <a:pt x="2692003" y="323652"/>
                  <a:pt x="2692003" y="255389"/>
                </a:cubicBezTo>
                <a:cubicBezTo>
                  <a:pt x="2692003" y="210542"/>
                  <a:pt x="2705001" y="168176"/>
                  <a:pt x="2730996" y="128290"/>
                </a:cubicBezTo>
                <a:cubicBezTo>
                  <a:pt x="2756991" y="88404"/>
                  <a:pt x="2796084" y="57051"/>
                  <a:pt x="2848273" y="34231"/>
                </a:cubicBezTo>
                <a:cubicBezTo>
                  <a:pt x="2900462" y="11410"/>
                  <a:pt x="2971999" y="0"/>
                  <a:pt x="306288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reflection blurRad="279400" stA="50000" endA="300" endPos="90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F04254-D9AF-DB8D-089F-4A88821BB7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0F0F14">
                  <a:lumMod val="0"/>
                </a:srgbClr>
              </a:gs>
              <a:gs pos="100000">
                <a:schemeClr val="bg1">
                  <a:alpha val="0"/>
                  <a:lumMod val="8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703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Anil Shrestha</dc:creator>
  <cp:lastModifiedBy>Anil Shrestha</cp:lastModifiedBy>
  <cp:revision>16</cp:revision>
  <dcterms:created xsi:type="dcterms:W3CDTF">2025-12-26T11:05:54Z</dcterms:created>
  <dcterms:modified xsi:type="dcterms:W3CDTF">2025-12-27T15:07:24Z</dcterms:modified>
</cp:coreProperties>
</file>
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822"/>
    <a:srgbClr val="0F0F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600" y="4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50272-2076-4956-783C-523CE96487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0C436-B161-6086-B0D8-088BD5E94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86901-A577-7A8A-6B73-BA6A9412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6C7CB-BC89-4C54-9C8A-5638FFFA5BDE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A5DF3-E750-2E12-6FBE-98DA7F987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E2CEA-23CB-CA47-270F-31D536BBE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55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E0EF5-A577-7969-4FAD-3626A6CDC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60952-D76A-FAE2-40D1-5B45CA025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3FCF3-E157-BC32-EEA7-C91715A2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6C7CB-BC89-4C54-9C8A-5638FFFA5BDE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613DA-5746-48FD-DDDD-ECF037DB7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90C8E-B80E-89FC-1C6D-4986632FD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417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30D01-1E48-CD4B-8169-584C9E9E2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94488-7DA0-60D3-9F0E-8F5A31F37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7CD36-6DD0-3543-4C00-242BBC14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6C7CB-BC89-4C54-9C8A-5638FFFA5BDE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91B94-5C6D-EFBD-5EC0-31FBCF706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37E95-43CC-DFBC-883E-B18471BF3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90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1AA24-D2E6-8E51-C91E-A306C2C38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118E7-88BD-068F-F825-5C3450DBCB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4A1DB1-5CD1-CA61-2474-BC4FF3D82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D6E2B-7B39-5418-67FC-7E67D8ADC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6C7CB-BC89-4C54-9C8A-5638FFFA5BDE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DBD0C-F15A-ACEB-EAC9-D6B0C0E41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F384D-87D8-41C0-84F0-7DA366FB6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89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0D759-FA09-EDF7-6FC6-358469559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E6E24-46F0-B232-BD62-75C820B4C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BB520-41F0-D359-7325-69B0612BB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CEA00A-6629-A273-503F-D813B71B06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A6ED69-73E7-BCA3-8846-14AABF3F07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ECE1A0-76DD-2824-FAE5-65D22FE3A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6C7CB-BC89-4C54-9C8A-5638FFFA5BDE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9B4284-38E0-DB90-77B7-28069D586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261D53-7E51-104D-60FA-A7478B699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29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893AE-1E5E-6A5E-6BB6-4C7C12CE9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A559F6-EA67-71C7-2A6F-8B54B86E1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6C7CB-BC89-4C54-9C8A-5638FFFA5BDE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284901-81BF-EF6B-7832-5204A463F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9ABE5F-6E1B-6B12-449C-F051D5201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561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798D23-FA18-6E42-2A0C-C314B503D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6C7CB-BC89-4C54-9C8A-5638FFFA5BDE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6539EA-82E7-84BB-C51F-90511F2E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B766B-7C77-9099-3256-A0D3A1C83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229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773FF-856C-9F77-FEAB-6FC1E4E19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6E0C4-EBCF-FFF2-E89F-7643345D7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35A5E8-3179-A4B8-233C-87F362489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429CD-AEA3-6CBC-1E81-AF732B896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6C7CB-BC89-4C54-9C8A-5638FFFA5BDE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B99D9-240A-3325-4DA7-03BE0308B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F43A7-FE65-93F5-776A-63EF6EE7C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89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CCDD9-0719-51FF-511C-E8431FCC2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C21B0-83D6-3A76-8525-6F2D95A4B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69816-11F6-060F-FE0B-3858A7199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2288F-1502-59AA-0170-F2139410F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6C7CB-BC89-4C54-9C8A-5638FFFA5BDE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1307D-0270-124B-341A-B22647F7E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F1D6A-90C3-34C3-A043-01D5677BB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44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2E476-CF45-23E6-9B3B-BF4D8981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3F5B4D-93F9-D96C-C817-621400CF6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FD494-22D3-53C1-91C1-E410D1950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6C7CB-BC89-4C54-9C8A-5638FFFA5BDE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84647-53CF-945F-A301-6955D5F84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61A55-469A-470F-8E59-954935694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02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EA0474-F9C2-26A7-470B-561F342E15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697C66-6255-B25F-2A1D-CCA3AEDE3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9BDF6-82CF-2C4F-F823-1AD645F61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6C7CB-BC89-4C54-9C8A-5638FFFA5BDE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A9EFF-3040-B704-B2BD-E988FE9D6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B6E43-5697-2285-66DC-FB0F437E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02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072A6F-1D4A-F82E-B2A8-3092BA628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85090-31C0-D652-3C55-3E0BB3EC5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45271-A3DF-C6E7-0B6E-BC7278CF5E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6C7CB-BC89-4C54-9C8A-5638FFFA5BDE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48AE3-983C-7FDF-AC42-A51F96C66F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561F4-C2EE-EE01-5E9B-B70588C4D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74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F0F14"/>
            </a:gs>
            <a:gs pos="100000">
              <a:srgbClr val="18182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0EFE7-E3C5-AF61-3CD6-2AD1AD8B5267}"/>
              </a:ext>
            </a:extLst>
          </p:cNvPr>
          <p:cNvSpPr/>
          <p:nvPr/>
        </p:nvSpPr>
        <p:spPr>
          <a:xfrm>
            <a:off x="162045" y="2314984"/>
            <a:ext cx="11840901" cy="1848044"/>
          </a:xfrm>
          <a:custGeom>
            <a:avLst/>
            <a:gdLst/>
            <a:ahLst/>
            <a:cxnLst/>
            <a:rect l="l" t="t" r="r" b="b"/>
            <a:pathLst>
              <a:path w="12636698" h="902494">
                <a:moveTo>
                  <a:pt x="2389287" y="241102"/>
                </a:moveTo>
                <a:lnTo>
                  <a:pt x="2293971" y="554831"/>
                </a:lnTo>
                <a:lnTo>
                  <a:pt x="2485634" y="554831"/>
                </a:lnTo>
                <a:close/>
                <a:moveTo>
                  <a:pt x="6945510" y="212527"/>
                </a:moveTo>
                <a:lnTo>
                  <a:pt x="6945510" y="689372"/>
                </a:lnTo>
                <a:lnTo>
                  <a:pt x="7011590" y="689372"/>
                </a:lnTo>
                <a:cubicBezTo>
                  <a:pt x="7067946" y="689372"/>
                  <a:pt x="7108031" y="683121"/>
                  <a:pt x="7131843" y="670620"/>
                </a:cubicBezTo>
                <a:cubicBezTo>
                  <a:pt x="7155656" y="658118"/>
                  <a:pt x="7174309" y="636290"/>
                  <a:pt x="7187803" y="605135"/>
                </a:cubicBezTo>
                <a:cubicBezTo>
                  <a:pt x="7201296" y="573981"/>
                  <a:pt x="7208043" y="523478"/>
                  <a:pt x="7208043" y="453628"/>
                </a:cubicBezTo>
                <a:cubicBezTo>
                  <a:pt x="7208043" y="361156"/>
                  <a:pt x="7192962" y="297855"/>
                  <a:pt x="7162799" y="263724"/>
                </a:cubicBezTo>
                <a:cubicBezTo>
                  <a:pt x="7132637" y="229592"/>
                  <a:pt x="7082630" y="212527"/>
                  <a:pt x="7012781" y="212527"/>
                </a:cubicBezTo>
                <a:close/>
                <a:moveTo>
                  <a:pt x="3227189" y="192286"/>
                </a:moveTo>
                <a:lnTo>
                  <a:pt x="3227189" y="386953"/>
                </a:lnTo>
                <a:lnTo>
                  <a:pt x="3293269" y="386953"/>
                </a:lnTo>
                <a:cubicBezTo>
                  <a:pt x="3345260" y="386953"/>
                  <a:pt x="3381772" y="377924"/>
                  <a:pt x="3402806" y="359867"/>
                </a:cubicBezTo>
                <a:cubicBezTo>
                  <a:pt x="3423841" y="341809"/>
                  <a:pt x="3434358" y="318691"/>
                  <a:pt x="3434358" y="290513"/>
                </a:cubicBezTo>
                <a:cubicBezTo>
                  <a:pt x="3434358" y="263128"/>
                  <a:pt x="3425230" y="239911"/>
                  <a:pt x="3406973" y="220861"/>
                </a:cubicBezTo>
                <a:cubicBezTo>
                  <a:pt x="3388717" y="201811"/>
                  <a:pt x="3354388" y="192286"/>
                  <a:pt x="3303984" y="192286"/>
                </a:cubicBezTo>
                <a:close/>
                <a:moveTo>
                  <a:pt x="1326951" y="191095"/>
                </a:moveTo>
                <a:lnTo>
                  <a:pt x="1326951" y="368499"/>
                </a:lnTo>
                <a:lnTo>
                  <a:pt x="1440656" y="368499"/>
                </a:lnTo>
                <a:cubicBezTo>
                  <a:pt x="1452959" y="368499"/>
                  <a:pt x="1476772" y="364530"/>
                  <a:pt x="1512094" y="356592"/>
                </a:cubicBezTo>
                <a:cubicBezTo>
                  <a:pt x="1529953" y="353020"/>
                  <a:pt x="1544538" y="343892"/>
                  <a:pt x="1555849" y="329208"/>
                </a:cubicBezTo>
                <a:cubicBezTo>
                  <a:pt x="1567160" y="314524"/>
                  <a:pt x="1572816" y="297656"/>
                  <a:pt x="1572816" y="278606"/>
                </a:cubicBezTo>
                <a:cubicBezTo>
                  <a:pt x="1572816" y="250428"/>
                  <a:pt x="1563886" y="228799"/>
                  <a:pt x="1546026" y="213717"/>
                </a:cubicBezTo>
                <a:cubicBezTo>
                  <a:pt x="1528167" y="198636"/>
                  <a:pt x="1494631" y="191095"/>
                  <a:pt x="1445419" y="191095"/>
                </a:cubicBezTo>
                <a:close/>
                <a:moveTo>
                  <a:pt x="10874573" y="14883"/>
                </a:moveTo>
                <a:lnTo>
                  <a:pt x="11126390" y="14883"/>
                </a:lnTo>
                <a:lnTo>
                  <a:pt x="11455002" y="497719"/>
                </a:lnTo>
                <a:lnTo>
                  <a:pt x="11455002" y="14883"/>
                </a:lnTo>
                <a:lnTo>
                  <a:pt x="11709201" y="14883"/>
                </a:lnTo>
                <a:lnTo>
                  <a:pt x="11709201" y="887611"/>
                </a:lnTo>
                <a:lnTo>
                  <a:pt x="11455002" y="887611"/>
                </a:lnTo>
                <a:lnTo>
                  <a:pt x="11128176" y="408422"/>
                </a:lnTo>
                <a:lnTo>
                  <a:pt x="11128176" y="887611"/>
                </a:lnTo>
                <a:lnTo>
                  <a:pt x="10874573" y="887611"/>
                </a:lnTo>
                <a:close/>
                <a:moveTo>
                  <a:pt x="9388077" y="14883"/>
                </a:moveTo>
                <a:lnTo>
                  <a:pt x="9658349" y="14883"/>
                </a:lnTo>
                <a:lnTo>
                  <a:pt x="9658349" y="887611"/>
                </a:lnTo>
                <a:lnTo>
                  <a:pt x="9388077" y="887611"/>
                </a:lnTo>
                <a:close/>
                <a:moveTo>
                  <a:pt x="7624167" y="14883"/>
                </a:moveTo>
                <a:lnTo>
                  <a:pt x="8346876" y="14883"/>
                </a:lnTo>
                <a:lnTo>
                  <a:pt x="8346876" y="201216"/>
                </a:lnTo>
                <a:lnTo>
                  <a:pt x="7894438" y="201216"/>
                </a:lnTo>
                <a:lnTo>
                  <a:pt x="7894438" y="339924"/>
                </a:lnTo>
                <a:lnTo>
                  <a:pt x="8314134" y="339924"/>
                </a:lnTo>
                <a:lnTo>
                  <a:pt x="8314134" y="517922"/>
                </a:lnTo>
                <a:lnTo>
                  <a:pt x="7894438" y="517922"/>
                </a:lnTo>
                <a:lnTo>
                  <a:pt x="7894438" y="689967"/>
                </a:lnTo>
                <a:lnTo>
                  <a:pt x="8359973" y="689967"/>
                </a:lnTo>
                <a:lnTo>
                  <a:pt x="8359973" y="887611"/>
                </a:lnTo>
                <a:lnTo>
                  <a:pt x="7624167" y="887611"/>
                </a:lnTo>
                <a:close/>
                <a:moveTo>
                  <a:pt x="6675834" y="14883"/>
                </a:moveTo>
                <a:lnTo>
                  <a:pt x="7076479" y="14883"/>
                </a:lnTo>
                <a:cubicBezTo>
                  <a:pt x="7155457" y="14883"/>
                  <a:pt x="7219255" y="25599"/>
                  <a:pt x="7267872" y="47030"/>
                </a:cubicBezTo>
                <a:cubicBezTo>
                  <a:pt x="7316489" y="68461"/>
                  <a:pt x="7356673" y="99219"/>
                  <a:pt x="7388423" y="139303"/>
                </a:cubicBezTo>
                <a:cubicBezTo>
                  <a:pt x="7420173" y="179388"/>
                  <a:pt x="7443192" y="226020"/>
                  <a:pt x="7457479" y="279202"/>
                </a:cubicBezTo>
                <a:cubicBezTo>
                  <a:pt x="7471767" y="332383"/>
                  <a:pt x="7478910" y="388739"/>
                  <a:pt x="7478910" y="448270"/>
                </a:cubicBezTo>
                <a:cubicBezTo>
                  <a:pt x="7478910" y="541536"/>
                  <a:pt x="7468294" y="613867"/>
                  <a:pt x="7447061" y="665262"/>
                </a:cubicBezTo>
                <a:cubicBezTo>
                  <a:pt x="7425828" y="716657"/>
                  <a:pt x="7396360" y="759718"/>
                  <a:pt x="7358657" y="794445"/>
                </a:cubicBezTo>
                <a:cubicBezTo>
                  <a:pt x="7320954" y="829171"/>
                  <a:pt x="7280473" y="852289"/>
                  <a:pt x="7237213" y="863799"/>
                </a:cubicBezTo>
                <a:cubicBezTo>
                  <a:pt x="7178079" y="879674"/>
                  <a:pt x="7124501" y="887611"/>
                  <a:pt x="7076479" y="887611"/>
                </a:cubicBezTo>
                <a:lnTo>
                  <a:pt x="6675834" y="887611"/>
                </a:lnTo>
                <a:close/>
                <a:moveTo>
                  <a:pt x="4863703" y="14883"/>
                </a:moveTo>
                <a:lnTo>
                  <a:pt x="5133974" y="14883"/>
                </a:lnTo>
                <a:lnTo>
                  <a:pt x="5133974" y="887611"/>
                </a:lnTo>
                <a:lnTo>
                  <a:pt x="4863703" y="887611"/>
                </a:lnTo>
                <a:close/>
                <a:moveTo>
                  <a:pt x="3835003" y="14883"/>
                </a:moveTo>
                <a:lnTo>
                  <a:pt x="4104680" y="14883"/>
                </a:lnTo>
                <a:lnTo>
                  <a:pt x="4104680" y="320278"/>
                </a:lnTo>
                <a:lnTo>
                  <a:pt x="4399359" y="320278"/>
                </a:lnTo>
                <a:lnTo>
                  <a:pt x="4399359" y="14883"/>
                </a:lnTo>
                <a:lnTo>
                  <a:pt x="4670227" y="14883"/>
                </a:lnTo>
                <a:lnTo>
                  <a:pt x="4670227" y="887611"/>
                </a:lnTo>
                <a:lnTo>
                  <a:pt x="4399359" y="887611"/>
                </a:lnTo>
                <a:lnTo>
                  <a:pt x="4399359" y="534591"/>
                </a:lnTo>
                <a:lnTo>
                  <a:pt x="4104680" y="534591"/>
                </a:lnTo>
                <a:lnTo>
                  <a:pt x="4104680" y="887611"/>
                </a:lnTo>
                <a:lnTo>
                  <a:pt x="3835003" y="887611"/>
                </a:lnTo>
                <a:close/>
                <a:moveTo>
                  <a:pt x="2956322" y="14883"/>
                </a:moveTo>
                <a:lnTo>
                  <a:pt x="3404592" y="14883"/>
                </a:lnTo>
                <a:cubicBezTo>
                  <a:pt x="3502224" y="14883"/>
                  <a:pt x="3575348" y="38100"/>
                  <a:pt x="3623965" y="84534"/>
                </a:cubicBezTo>
                <a:cubicBezTo>
                  <a:pt x="3672582" y="130969"/>
                  <a:pt x="3696891" y="197049"/>
                  <a:pt x="3696891" y="282774"/>
                </a:cubicBezTo>
                <a:cubicBezTo>
                  <a:pt x="3696891" y="370880"/>
                  <a:pt x="3670399" y="439738"/>
                  <a:pt x="3617417" y="489347"/>
                </a:cubicBezTo>
                <a:cubicBezTo>
                  <a:pt x="3564433" y="538956"/>
                  <a:pt x="3483570" y="563761"/>
                  <a:pt x="3374827" y="563761"/>
                </a:cubicBezTo>
                <a:lnTo>
                  <a:pt x="3227189" y="563761"/>
                </a:lnTo>
                <a:lnTo>
                  <a:pt x="3227189" y="887611"/>
                </a:lnTo>
                <a:lnTo>
                  <a:pt x="2956322" y="887611"/>
                </a:lnTo>
                <a:close/>
                <a:moveTo>
                  <a:pt x="2245510" y="14883"/>
                </a:moveTo>
                <a:lnTo>
                  <a:pt x="2539668" y="14883"/>
                </a:lnTo>
                <a:lnTo>
                  <a:pt x="2867620" y="887611"/>
                </a:lnTo>
                <a:lnTo>
                  <a:pt x="2585228" y="887611"/>
                </a:lnTo>
                <a:lnTo>
                  <a:pt x="2541575" y="743545"/>
                </a:lnTo>
                <a:lnTo>
                  <a:pt x="2235399" y="743545"/>
                </a:lnTo>
                <a:lnTo>
                  <a:pt x="2192862" y="887611"/>
                </a:lnTo>
                <a:lnTo>
                  <a:pt x="1917501" y="887611"/>
                </a:lnTo>
                <a:close/>
                <a:moveTo>
                  <a:pt x="1056084" y="14883"/>
                </a:moveTo>
                <a:lnTo>
                  <a:pt x="1505545" y="14883"/>
                </a:lnTo>
                <a:cubicBezTo>
                  <a:pt x="1588889" y="14883"/>
                  <a:pt x="1652587" y="22027"/>
                  <a:pt x="1696640" y="36314"/>
                </a:cubicBezTo>
                <a:cubicBezTo>
                  <a:pt x="1740694" y="50602"/>
                  <a:pt x="1776214" y="77093"/>
                  <a:pt x="1803201" y="115788"/>
                </a:cubicBezTo>
                <a:cubicBezTo>
                  <a:pt x="1830189" y="154484"/>
                  <a:pt x="1843683" y="201613"/>
                  <a:pt x="1843683" y="257175"/>
                </a:cubicBezTo>
                <a:cubicBezTo>
                  <a:pt x="1843683" y="305594"/>
                  <a:pt x="1833358" y="347365"/>
                  <a:pt x="1812708" y="382488"/>
                </a:cubicBezTo>
                <a:cubicBezTo>
                  <a:pt x="1792058" y="417612"/>
                  <a:pt x="1763666" y="446088"/>
                  <a:pt x="1727532" y="467916"/>
                </a:cubicBezTo>
                <a:cubicBezTo>
                  <a:pt x="1704500" y="481806"/>
                  <a:pt x="1672930" y="493316"/>
                  <a:pt x="1632821" y="502444"/>
                </a:cubicBezTo>
                <a:cubicBezTo>
                  <a:pt x="1664943" y="513172"/>
                  <a:pt x="1688343" y="523897"/>
                  <a:pt x="1703022" y="534619"/>
                </a:cubicBezTo>
                <a:cubicBezTo>
                  <a:pt x="1712937" y="541769"/>
                  <a:pt x="1727315" y="557062"/>
                  <a:pt x="1746154" y="580500"/>
                </a:cubicBezTo>
                <a:cubicBezTo>
                  <a:pt x="1764993" y="603937"/>
                  <a:pt x="1777584" y="622012"/>
                  <a:pt x="1783928" y="634724"/>
                </a:cubicBezTo>
                <a:lnTo>
                  <a:pt x="1914525" y="887611"/>
                </a:lnTo>
                <a:lnTo>
                  <a:pt x="1609809" y="887611"/>
                </a:lnTo>
                <a:lnTo>
                  <a:pt x="1465659" y="620911"/>
                </a:lnTo>
                <a:cubicBezTo>
                  <a:pt x="1447403" y="586383"/>
                  <a:pt x="1431131" y="563960"/>
                  <a:pt x="1416844" y="553641"/>
                </a:cubicBezTo>
                <a:cubicBezTo>
                  <a:pt x="1397397" y="540147"/>
                  <a:pt x="1375370" y="533400"/>
                  <a:pt x="1350764" y="533400"/>
                </a:cubicBezTo>
                <a:lnTo>
                  <a:pt x="1326951" y="533400"/>
                </a:lnTo>
                <a:lnTo>
                  <a:pt x="1326951" y="887611"/>
                </a:lnTo>
                <a:lnTo>
                  <a:pt x="1056084" y="887611"/>
                </a:lnTo>
                <a:close/>
                <a:moveTo>
                  <a:pt x="12248554" y="0"/>
                </a:moveTo>
                <a:cubicBezTo>
                  <a:pt x="12360076" y="0"/>
                  <a:pt x="12445106" y="20737"/>
                  <a:pt x="12503645" y="62210"/>
                </a:cubicBezTo>
                <a:cubicBezTo>
                  <a:pt x="12562185" y="103684"/>
                  <a:pt x="12597010" y="169664"/>
                  <a:pt x="12608123" y="260152"/>
                </a:cubicBezTo>
                <a:lnTo>
                  <a:pt x="12353924" y="275034"/>
                </a:lnTo>
                <a:cubicBezTo>
                  <a:pt x="12347177" y="235744"/>
                  <a:pt x="12332989" y="207169"/>
                  <a:pt x="12311359" y="189310"/>
                </a:cubicBezTo>
                <a:cubicBezTo>
                  <a:pt x="12289729" y="171450"/>
                  <a:pt x="12259865" y="162520"/>
                  <a:pt x="12221765" y="162520"/>
                </a:cubicBezTo>
                <a:cubicBezTo>
                  <a:pt x="12190412" y="162520"/>
                  <a:pt x="12166797" y="169168"/>
                  <a:pt x="12150923" y="182463"/>
                </a:cubicBezTo>
                <a:cubicBezTo>
                  <a:pt x="12135048" y="195759"/>
                  <a:pt x="12127110" y="211931"/>
                  <a:pt x="12127110" y="230981"/>
                </a:cubicBezTo>
                <a:cubicBezTo>
                  <a:pt x="12127110" y="244872"/>
                  <a:pt x="12133659" y="257374"/>
                  <a:pt x="12146755" y="268486"/>
                </a:cubicBezTo>
                <a:cubicBezTo>
                  <a:pt x="12159456" y="279995"/>
                  <a:pt x="12189618" y="290711"/>
                  <a:pt x="12237243" y="300633"/>
                </a:cubicBezTo>
                <a:cubicBezTo>
                  <a:pt x="12355115" y="326033"/>
                  <a:pt x="12439550" y="351731"/>
                  <a:pt x="12490548" y="377726"/>
                </a:cubicBezTo>
                <a:cubicBezTo>
                  <a:pt x="12541546" y="403721"/>
                  <a:pt x="12578655" y="435967"/>
                  <a:pt x="12601872" y="474464"/>
                </a:cubicBezTo>
                <a:cubicBezTo>
                  <a:pt x="12625089" y="512961"/>
                  <a:pt x="12636698" y="556022"/>
                  <a:pt x="12636698" y="603647"/>
                </a:cubicBezTo>
                <a:cubicBezTo>
                  <a:pt x="12636698" y="659606"/>
                  <a:pt x="12621219" y="711200"/>
                  <a:pt x="12590263" y="758428"/>
                </a:cubicBezTo>
                <a:cubicBezTo>
                  <a:pt x="12559307" y="805656"/>
                  <a:pt x="12516048" y="841474"/>
                  <a:pt x="12460485" y="865882"/>
                </a:cubicBezTo>
                <a:cubicBezTo>
                  <a:pt x="12404922" y="890290"/>
                  <a:pt x="12334874" y="902494"/>
                  <a:pt x="12250340" y="902494"/>
                </a:cubicBezTo>
                <a:cubicBezTo>
                  <a:pt x="12101908" y="902494"/>
                  <a:pt x="11999118" y="873919"/>
                  <a:pt x="11941968" y="816769"/>
                </a:cubicBezTo>
                <a:cubicBezTo>
                  <a:pt x="11884818" y="759619"/>
                  <a:pt x="11852472" y="686991"/>
                  <a:pt x="11844932" y="598885"/>
                </a:cubicBezTo>
                <a:lnTo>
                  <a:pt x="12101512" y="582811"/>
                </a:lnTo>
                <a:cubicBezTo>
                  <a:pt x="12107068" y="624483"/>
                  <a:pt x="12118379" y="656233"/>
                  <a:pt x="12135444" y="678061"/>
                </a:cubicBezTo>
                <a:cubicBezTo>
                  <a:pt x="12163225" y="713383"/>
                  <a:pt x="12202914" y="731044"/>
                  <a:pt x="12254507" y="731044"/>
                </a:cubicBezTo>
                <a:cubicBezTo>
                  <a:pt x="12293003" y="731044"/>
                  <a:pt x="12322670" y="722015"/>
                  <a:pt x="12343506" y="703957"/>
                </a:cubicBezTo>
                <a:cubicBezTo>
                  <a:pt x="12364342" y="685899"/>
                  <a:pt x="12374760" y="664964"/>
                  <a:pt x="12374760" y="641152"/>
                </a:cubicBezTo>
                <a:cubicBezTo>
                  <a:pt x="12374760" y="618530"/>
                  <a:pt x="12364839" y="598289"/>
                  <a:pt x="12344994" y="580430"/>
                </a:cubicBezTo>
                <a:cubicBezTo>
                  <a:pt x="12325150" y="562570"/>
                  <a:pt x="12279114" y="545703"/>
                  <a:pt x="12206882" y="529828"/>
                </a:cubicBezTo>
                <a:cubicBezTo>
                  <a:pt x="12088614" y="503238"/>
                  <a:pt x="12004277" y="467916"/>
                  <a:pt x="11953874" y="423863"/>
                </a:cubicBezTo>
                <a:cubicBezTo>
                  <a:pt x="11903074" y="379810"/>
                  <a:pt x="11877674" y="323652"/>
                  <a:pt x="11877674" y="255389"/>
                </a:cubicBezTo>
                <a:cubicBezTo>
                  <a:pt x="11877674" y="210542"/>
                  <a:pt x="11890672" y="168176"/>
                  <a:pt x="11916667" y="128290"/>
                </a:cubicBezTo>
                <a:cubicBezTo>
                  <a:pt x="11942662" y="88404"/>
                  <a:pt x="11981755" y="57051"/>
                  <a:pt x="12033944" y="34231"/>
                </a:cubicBezTo>
                <a:cubicBezTo>
                  <a:pt x="12086132" y="11410"/>
                  <a:pt x="12157670" y="0"/>
                  <a:pt x="12248554" y="0"/>
                </a:cubicBezTo>
                <a:close/>
                <a:moveTo>
                  <a:pt x="10290571" y="0"/>
                </a:moveTo>
                <a:cubicBezTo>
                  <a:pt x="10387012" y="0"/>
                  <a:pt x="10459143" y="8731"/>
                  <a:pt x="10506967" y="26194"/>
                </a:cubicBezTo>
                <a:cubicBezTo>
                  <a:pt x="10554791" y="43656"/>
                  <a:pt x="10594478" y="70743"/>
                  <a:pt x="10626030" y="107454"/>
                </a:cubicBezTo>
                <a:cubicBezTo>
                  <a:pt x="10657581" y="144165"/>
                  <a:pt x="10681295" y="190699"/>
                  <a:pt x="10697169" y="247055"/>
                </a:cubicBezTo>
                <a:lnTo>
                  <a:pt x="10437018" y="293489"/>
                </a:lnTo>
                <a:cubicBezTo>
                  <a:pt x="10426302" y="260548"/>
                  <a:pt x="10408145" y="235347"/>
                  <a:pt x="10382547" y="217885"/>
                </a:cubicBezTo>
                <a:cubicBezTo>
                  <a:pt x="10356948" y="200422"/>
                  <a:pt x="10324305" y="191691"/>
                  <a:pt x="10284618" y="191691"/>
                </a:cubicBezTo>
                <a:cubicBezTo>
                  <a:pt x="10225483" y="191691"/>
                  <a:pt x="10178355" y="212229"/>
                  <a:pt x="10143231" y="253306"/>
                </a:cubicBezTo>
                <a:cubicBezTo>
                  <a:pt x="10108108" y="294382"/>
                  <a:pt x="10090546" y="359370"/>
                  <a:pt x="10090546" y="448270"/>
                </a:cubicBezTo>
                <a:cubicBezTo>
                  <a:pt x="10090546" y="542727"/>
                  <a:pt x="10108307" y="610195"/>
                  <a:pt x="10143826" y="650677"/>
                </a:cubicBezTo>
                <a:cubicBezTo>
                  <a:pt x="10179346" y="691158"/>
                  <a:pt x="10228857" y="711399"/>
                  <a:pt x="10292357" y="711399"/>
                </a:cubicBezTo>
                <a:cubicBezTo>
                  <a:pt x="10322519" y="711399"/>
                  <a:pt x="10351293" y="707033"/>
                  <a:pt x="10378677" y="698302"/>
                </a:cubicBezTo>
                <a:cubicBezTo>
                  <a:pt x="10406062" y="689570"/>
                  <a:pt x="10437414" y="674688"/>
                  <a:pt x="10472737" y="653653"/>
                </a:cubicBezTo>
                <a:lnTo>
                  <a:pt x="10472737" y="571500"/>
                </a:lnTo>
                <a:lnTo>
                  <a:pt x="10292357" y="571500"/>
                </a:lnTo>
                <a:lnTo>
                  <a:pt x="10292357" y="389930"/>
                </a:lnTo>
                <a:lnTo>
                  <a:pt x="10709076" y="389930"/>
                </a:lnTo>
                <a:lnTo>
                  <a:pt x="10709076" y="762000"/>
                </a:lnTo>
                <a:cubicBezTo>
                  <a:pt x="10629304" y="816372"/>
                  <a:pt x="10558759" y="853381"/>
                  <a:pt x="10497442" y="873026"/>
                </a:cubicBezTo>
                <a:cubicBezTo>
                  <a:pt x="10436125" y="892671"/>
                  <a:pt x="10363398" y="902494"/>
                  <a:pt x="10279260" y="902494"/>
                </a:cubicBezTo>
                <a:cubicBezTo>
                  <a:pt x="10175676" y="902494"/>
                  <a:pt x="10091240" y="884833"/>
                  <a:pt x="10025955" y="849511"/>
                </a:cubicBezTo>
                <a:cubicBezTo>
                  <a:pt x="9960669" y="814189"/>
                  <a:pt x="9910067" y="761603"/>
                  <a:pt x="9874150" y="691753"/>
                </a:cubicBezTo>
                <a:cubicBezTo>
                  <a:pt x="9838232" y="621903"/>
                  <a:pt x="9820274" y="541735"/>
                  <a:pt x="9820274" y="451247"/>
                </a:cubicBezTo>
                <a:cubicBezTo>
                  <a:pt x="9820274" y="355997"/>
                  <a:pt x="9839919" y="273149"/>
                  <a:pt x="9879210" y="202704"/>
                </a:cubicBezTo>
                <a:cubicBezTo>
                  <a:pt x="9918501" y="132259"/>
                  <a:pt x="9976047" y="78780"/>
                  <a:pt x="10051851" y="42267"/>
                </a:cubicBezTo>
                <a:cubicBezTo>
                  <a:pt x="10110985" y="14089"/>
                  <a:pt x="10190559" y="0"/>
                  <a:pt x="10290571" y="0"/>
                </a:cubicBezTo>
                <a:close/>
                <a:moveTo>
                  <a:pt x="8857654" y="0"/>
                </a:moveTo>
                <a:cubicBezTo>
                  <a:pt x="8969176" y="0"/>
                  <a:pt x="9054206" y="20737"/>
                  <a:pt x="9112745" y="62210"/>
                </a:cubicBezTo>
                <a:cubicBezTo>
                  <a:pt x="9171284" y="103684"/>
                  <a:pt x="9206110" y="169664"/>
                  <a:pt x="9217223" y="260152"/>
                </a:cubicBezTo>
                <a:lnTo>
                  <a:pt x="8963024" y="275034"/>
                </a:lnTo>
                <a:cubicBezTo>
                  <a:pt x="8956277" y="235744"/>
                  <a:pt x="8942089" y="207169"/>
                  <a:pt x="8920459" y="189310"/>
                </a:cubicBezTo>
                <a:cubicBezTo>
                  <a:pt x="8898830" y="171450"/>
                  <a:pt x="8868965" y="162520"/>
                  <a:pt x="8830865" y="162520"/>
                </a:cubicBezTo>
                <a:cubicBezTo>
                  <a:pt x="8799511" y="162520"/>
                  <a:pt x="8775898" y="169168"/>
                  <a:pt x="8760023" y="182463"/>
                </a:cubicBezTo>
                <a:cubicBezTo>
                  <a:pt x="8744147" y="195759"/>
                  <a:pt x="8736210" y="211931"/>
                  <a:pt x="8736210" y="230981"/>
                </a:cubicBezTo>
                <a:cubicBezTo>
                  <a:pt x="8736210" y="244872"/>
                  <a:pt x="8742759" y="257374"/>
                  <a:pt x="8755855" y="268486"/>
                </a:cubicBezTo>
                <a:cubicBezTo>
                  <a:pt x="8768555" y="279995"/>
                  <a:pt x="8798718" y="290711"/>
                  <a:pt x="8846343" y="300633"/>
                </a:cubicBezTo>
                <a:cubicBezTo>
                  <a:pt x="8964215" y="326033"/>
                  <a:pt x="9048650" y="351731"/>
                  <a:pt x="9099648" y="377726"/>
                </a:cubicBezTo>
                <a:cubicBezTo>
                  <a:pt x="9150647" y="403721"/>
                  <a:pt x="9187755" y="435967"/>
                  <a:pt x="9210972" y="474464"/>
                </a:cubicBezTo>
                <a:cubicBezTo>
                  <a:pt x="9234189" y="512961"/>
                  <a:pt x="9245798" y="556022"/>
                  <a:pt x="9245798" y="603647"/>
                </a:cubicBezTo>
                <a:cubicBezTo>
                  <a:pt x="9245798" y="659606"/>
                  <a:pt x="9230319" y="711200"/>
                  <a:pt x="9199363" y="758428"/>
                </a:cubicBezTo>
                <a:cubicBezTo>
                  <a:pt x="9168407" y="805656"/>
                  <a:pt x="9125147" y="841474"/>
                  <a:pt x="9069585" y="865882"/>
                </a:cubicBezTo>
                <a:cubicBezTo>
                  <a:pt x="9014023" y="890290"/>
                  <a:pt x="8943974" y="902494"/>
                  <a:pt x="8859440" y="902494"/>
                </a:cubicBezTo>
                <a:cubicBezTo>
                  <a:pt x="8711009" y="902494"/>
                  <a:pt x="8608218" y="873919"/>
                  <a:pt x="8551068" y="816769"/>
                </a:cubicBezTo>
                <a:cubicBezTo>
                  <a:pt x="8493918" y="759619"/>
                  <a:pt x="8461573" y="686991"/>
                  <a:pt x="8454032" y="598885"/>
                </a:cubicBezTo>
                <a:lnTo>
                  <a:pt x="8710612" y="582811"/>
                </a:lnTo>
                <a:cubicBezTo>
                  <a:pt x="8716168" y="624483"/>
                  <a:pt x="8727479" y="656233"/>
                  <a:pt x="8744544" y="678061"/>
                </a:cubicBezTo>
                <a:cubicBezTo>
                  <a:pt x="8772326" y="713383"/>
                  <a:pt x="8812013" y="731044"/>
                  <a:pt x="8863607" y="731044"/>
                </a:cubicBezTo>
                <a:cubicBezTo>
                  <a:pt x="8902104" y="731044"/>
                  <a:pt x="8931770" y="722015"/>
                  <a:pt x="8952606" y="703957"/>
                </a:cubicBezTo>
                <a:cubicBezTo>
                  <a:pt x="8973442" y="685899"/>
                  <a:pt x="8983860" y="664964"/>
                  <a:pt x="8983860" y="641152"/>
                </a:cubicBezTo>
                <a:cubicBezTo>
                  <a:pt x="8983860" y="618530"/>
                  <a:pt x="8973938" y="598289"/>
                  <a:pt x="8954094" y="580430"/>
                </a:cubicBezTo>
                <a:cubicBezTo>
                  <a:pt x="8934251" y="562570"/>
                  <a:pt x="8888213" y="545703"/>
                  <a:pt x="8815982" y="529828"/>
                </a:cubicBezTo>
                <a:cubicBezTo>
                  <a:pt x="8697713" y="503238"/>
                  <a:pt x="8613377" y="467916"/>
                  <a:pt x="8562974" y="423863"/>
                </a:cubicBezTo>
                <a:cubicBezTo>
                  <a:pt x="8512174" y="379810"/>
                  <a:pt x="8486774" y="323652"/>
                  <a:pt x="8486774" y="255389"/>
                </a:cubicBezTo>
                <a:cubicBezTo>
                  <a:pt x="8486774" y="210542"/>
                  <a:pt x="8499772" y="168176"/>
                  <a:pt x="8525767" y="128290"/>
                </a:cubicBezTo>
                <a:cubicBezTo>
                  <a:pt x="8551763" y="88404"/>
                  <a:pt x="8590854" y="57051"/>
                  <a:pt x="8643044" y="34231"/>
                </a:cubicBezTo>
                <a:cubicBezTo>
                  <a:pt x="8695233" y="11410"/>
                  <a:pt x="8766769" y="0"/>
                  <a:pt x="8857654" y="0"/>
                </a:cubicBezTo>
                <a:close/>
                <a:moveTo>
                  <a:pt x="5738812" y="0"/>
                </a:moveTo>
                <a:cubicBezTo>
                  <a:pt x="5848746" y="0"/>
                  <a:pt x="5935166" y="22225"/>
                  <a:pt x="5998070" y="66675"/>
                </a:cubicBezTo>
                <a:cubicBezTo>
                  <a:pt x="6060976" y="111125"/>
                  <a:pt x="6107708" y="179388"/>
                  <a:pt x="6138267" y="271463"/>
                </a:cubicBezTo>
                <a:lnTo>
                  <a:pt x="5900142" y="324445"/>
                </a:lnTo>
                <a:cubicBezTo>
                  <a:pt x="5891807" y="297855"/>
                  <a:pt x="5883076" y="278408"/>
                  <a:pt x="5873948" y="266105"/>
                </a:cubicBezTo>
                <a:cubicBezTo>
                  <a:pt x="5858867" y="245467"/>
                  <a:pt x="5840413" y="229592"/>
                  <a:pt x="5818584" y="218480"/>
                </a:cubicBezTo>
                <a:cubicBezTo>
                  <a:pt x="5796755" y="207367"/>
                  <a:pt x="5772348" y="201811"/>
                  <a:pt x="5745360" y="201811"/>
                </a:cubicBezTo>
                <a:cubicBezTo>
                  <a:pt x="5684241" y="201811"/>
                  <a:pt x="5637411" y="226389"/>
                  <a:pt x="5604867" y="275546"/>
                </a:cubicBezTo>
                <a:cubicBezTo>
                  <a:pt x="5580261" y="312015"/>
                  <a:pt x="5567958" y="369292"/>
                  <a:pt x="5567958" y="447378"/>
                </a:cubicBezTo>
                <a:cubicBezTo>
                  <a:pt x="5567958" y="544103"/>
                  <a:pt x="5582642" y="610403"/>
                  <a:pt x="5612010" y="646277"/>
                </a:cubicBezTo>
                <a:cubicBezTo>
                  <a:pt x="5641379" y="682151"/>
                  <a:pt x="5682654" y="700088"/>
                  <a:pt x="5735836" y="700088"/>
                </a:cubicBezTo>
                <a:cubicBezTo>
                  <a:pt x="5787429" y="700088"/>
                  <a:pt x="5826423" y="685602"/>
                  <a:pt x="5852815" y="656630"/>
                </a:cubicBezTo>
                <a:cubicBezTo>
                  <a:pt x="5879207" y="627658"/>
                  <a:pt x="5898356" y="585589"/>
                  <a:pt x="5910262" y="530424"/>
                </a:cubicBezTo>
                <a:lnTo>
                  <a:pt x="6146601" y="601861"/>
                </a:lnTo>
                <a:cubicBezTo>
                  <a:pt x="6130726" y="668139"/>
                  <a:pt x="6105723" y="723503"/>
                  <a:pt x="6071592" y="767953"/>
                </a:cubicBezTo>
                <a:cubicBezTo>
                  <a:pt x="6037461" y="812403"/>
                  <a:pt x="5995094" y="845939"/>
                  <a:pt x="5944492" y="868561"/>
                </a:cubicBezTo>
                <a:cubicBezTo>
                  <a:pt x="5893891" y="891183"/>
                  <a:pt x="5829498" y="902494"/>
                  <a:pt x="5751313" y="902494"/>
                </a:cubicBezTo>
                <a:cubicBezTo>
                  <a:pt x="5656461" y="902494"/>
                  <a:pt x="5578971" y="888712"/>
                  <a:pt x="5518844" y="861148"/>
                </a:cubicBezTo>
                <a:cubicBezTo>
                  <a:pt x="5458717" y="833583"/>
                  <a:pt x="5406826" y="785098"/>
                  <a:pt x="5363170" y="715691"/>
                </a:cubicBezTo>
                <a:cubicBezTo>
                  <a:pt x="5319514" y="646285"/>
                  <a:pt x="5297686" y="557442"/>
                  <a:pt x="5297686" y="449163"/>
                </a:cubicBezTo>
                <a:cubicBezTo>
                  <a:pt x="5297686" y="304800"/>
                  <a:pt x="5336083" y="193849"/>
                  <a:pt x="5412878" y="116309"/>
                </a:cubicBezTo>
                <a:cubicBezTo>
                  <a:pt x="5489674" y="38770"/>
                  <a:pt x="5598318" y="0"/>
                  <a:pt x="5738812" y="0"/>
                </a:cubicBezTo>
                <a:close/>
                <a:moveTo>
                  <a:pt x="470297" y="0"/>
                </a:moveTo>
                <a:cubicBezTo>
                  <a:pt x="566737" y="0"/>
                  <a:pt x="638869" y="8731"/>
                  <a:pt x="686693" y="26194"/>
                </a:cubicBezTo>
                <a:cubicBezTo>
                  <a:pt x="734516" y="43656"/>
                  <a:pt x="774204" y="70743"/>
                  <a:pt x="805755" y="107454"/>
                </a:cubicBezTo>
                <a:cubicBezTo>
                  <a:pt x="837307" y="144165"/>
                  <a:pt x="861020" y="190699"/>
                  <a:pt x="876895" y="247055"/>
                </a:cubicBezTo>
                <a:lnTo>
                  <a:pt x="616743" y="293489"/>
                </a:lnTo>
                <a:cubicBezTo>
                  <a:pt x="606028" y="260548"/>
                  <a:pt x="587871" y="235347"/>
                  <a:pt x="562272" y="217885"/>
                </a:cubicBezTo>
                <a:cubicBezTo>
                  <a:pt x="536674" y="200422"/>
                  <a:pt x="504031" y="191691"/>
                  <a:pt x="464344" y="191691"/>
                </a:cubicBezTo>
                <a:cubicBezTo>
                  <a:pt x="405209" y="191691"/>
                  <a:pt x="358080" y="212229"/>
                  <a:pt x="322957" y="253306"/>
                </a:cubicBezTo>
                <a:cubicBezTo>
                  <a:pt x="287833" y="294382"/>
                  <a:pt x="270272" y="359370"/>
                  <a:pt x="270272" y="448270"/>
                </a:cubicBezTo>
                <a:cubicBezTo>
                  <a:pt x="270272" y="542727"/>
                  <a:pt x="288032" y="610195"/>
                  <a:pt x="323552" y="650677"/>
                </a:cubicBezTo>
                <a:cubicBezTo>
                  <a:pt x="359073" y="691158"/>
                  <a:pt x="408583" y="711399"/>
                  <a:pt x="472082" y="711399"/>
                </a:cubicBezTo>
                <a:cubicBezTo>
                  <a:pt x="502245" y="711399"/>
                  <a:pt x="531018" y="707033"/>
                  <a:pt x="558403" y="698302"/>
                </a:cubicBezTo>
                <a:cubicBezTo>
                  <a:pt x="585787" y="689570"/>
                  <a:pt x="617140" y="674688"/>
                  <a:pt x="652462" y="653653"/>
                </a:cubicBezTo>
                <a:lnTo>
                  <a:pt x="652462" y="571500"/>
                </a:lnTo>
                <a:lnTo>
                  <a:pt x="472082" y="571500"/>
                </a:lnTo>
                <a:lnTo>
                  <a:pt x="472082" y="389930"/>
                </a:lnTo>
                <a:lnTo>
                  <a:pt x="888801" y="389930"/>
                </a:lnTo>
                <a:lnTo>
                  <a:pt x="888801" y="762000"/>
                </a:lnTo>
                <a:cubicBezTo>
                  <a:pt x="809029" y="816372"/>
                  <a:pt x="738485" y="853381"/>
                  <a:pt x="677168" y="873026"/>
                </a:cubicBezTo>
                <a:cubicBezTo>
                  <a:pt x="615851" y="892671"/>
                  <a:pt x="543123" y="902494"/>
                  <a:pt x="458986" y="902494"/>
                </a:cubicBezTo>
                <a:cubicBezTo>
                  <a:pt x="355401" y="902494"/>
                  <a:pt x="270966" y="884833"/>
                  <a:pt x="205680" y="849511"/>
                </a:cubicBezTo>
                <a:cubicBezTo>
                  <a:pt x="140394" y="814189"/>
                  <a:pt x="89793" y="761603"/>
                  <a:pt x="53875" y="691753"/>
                </a:cubicBezTo>
                <a:cubicBezTo>
                  <a:pt x="17958" y="621903"/>
                  <a:pt x="0" y="541735"/>
                  <a:pt x="0" y="451247"/>
                </a:cubicBezTo>
                <a:cubicBezTo>
                  <a:pt x="0" y="355997"/>
                  <a:pt x="19645" y="273149"/>
                  <a:pt x="58936" y="202704"/>
                </a:cubicBezTo>
                <a:cubicBezTo>
                  <a:pt x="98226" y="132259"/>
                  <a:pt x="155773" y="78780"/>
                  <a:pt x="231576" y="42267"/>
                </a:cubicBezTo>
                <a:cubicBezTo>
                  <a:pt x="290711" y="14089"/>
                  <a:pt x="370284" y="0"/>
                  <a:pt x="470297" y="0"/>
                </a:cubicBezTo>
                <a:close/>
              </a:path>
            </a:pathLst>
          </a:custGeom>
          <a:noFill/>
          <a:ln w="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solidFill>
                  <a:schemeClr val="accent1">
                    <a:shade val="15000"/>
                  </a:schemeClr>
                </a:solidFill>
              </a:ln>
              <a:noFill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A60F72-77DC-DC42-2201-7E9111415E28}"/>
              </a:ext>
            </a:extLst>
          </p:cNvPr>
          <p:cNvSpPr/>
          <p:nvPr/>
        </p:nvSpPr>
        <p:spPr>
          <a:xfrm>
            <a:off x="162046" y="270123"/>
            <a:ext cx="11840901" cy="1848044"/>
          </a:xfrm>
          <a:custGeom>
            <a:avLst/>
            <a:gdLst/>
            <a:ahLst/>
            <a:cxnLst/>
            <a:rect l="l" t="t" r="r" b="b"/>
            <a:pathLst>
              <a:path w="12636698" h="902494">
                <a:moveTo>
                  <a:pt x="2389287" y="241102"/>
                </a:moveTo>
                <a:lnTo>
                  <a:pt x="2293971" y="554831"/>
                </a:lnTo>
                <a:lnTo>
                  <a:pt x="2485634" y="554831"/>
                </a:lnTo>
                <a:close/>
                <a:moveTo>
                  <a:pt x="6945510" y="212527"/>
                </a:moveTo>
                <a:lnTo>
                  <a:pt x="6945510" y="689372"/>
                </a:lnTo>
                <a:lnTo>
                  <a:pt x="7011590" y="689372"/>
                </a:lnTo>
                <a:cubicBezTo>
                  <a:pt x="7067946" y="689372"/>
                  <a:pt x="7108031" y="683121"/>
                  <a:pt x="7131843" y="670620"/>
                </a:cubicBezTo>
                <a:cubicBezTo>
                  <a:pt x="7155656" y="658118"/>
                  <a:pt x="7174309" y="636290"/>
                  <a:pt x="7187803" y="605135"/>
                </a:cubicBezTo>
                <a:cubicBezTo>
                  <a:pt x="7201296" y="573981"/>
                  <a:pt x="7208043" y="523478"/>
                  <a:pt x="7208043" y="453628"/>
                </a:cubicBezTo>
                <a:cubicBezTo>
                  <a:pt x="7208043" y="361156"/>
                  <a:pt x="7192962" y="297855"/>
                  <a:pt x="7162799" y="263724"/>
                </a:cubicBezTo>
                <a:cubicBezTo>
                  <a:pt x="7132637" y="229592"/>
                  <a:pt x="7082630" y="212527"/>
                  <a:pt x="7012781" y="212527"/>
                </a:cubicBezTo>
                <a:close/>
                <a:moveTo>
                  <a:pt x="3227189" y="192286"/>
                </a:moveTo>
                <a:lnTo>
                  <a:pt x="3227189" y="386953"/>
                </a:lnTo>
                <a:lnTo>
                  <a:pt x="3293269" y="386953"/>
                </a:lnTo>
                <a:cubicBezTo>
                  <a:pt x="3345260" y="386953"/>
                  <a:pt x="3381772" y="377924"/>
                  <a:pt x="3402806" y="359867"/>
                </a:cubicBezTo>
                <a:cubicBezTo>
                  <a:pt x="3423841" y="341809"/>
                  <a:pt x="3434358" y="318691"/>
                  <a:pt x="3434358" y="290513"/>
                </a:cubicBezTo>
                <a:cubicBezTo>
                  <a:pt x="3434358" y="263128"/>
                  <a:pt x="3425230" y="239911"/>
                  <a:pt x="3406973" y="220861"/>
                </a:cubicBezTo>
                <a:cubicBezTo>
                  <a:pt x="3388717" y="201811"/>
                  <a:pt x="3354388" y="192286"/>
                  <a:pt x="3303984" y="192286"/>
                </a:cubicBezTo>
                <a:close/>
                <a:moveTo>
                  <a:pt x="1326951" y="191095"/>
                </a:moveTo>
                <a:lnTo>
                  <a:pt x="1326951" y="368499"/>
                </a:lnTo>
                <a:lnTo>
                  <a:pt x="1440656" y="368499"/>
                </a:lnTo>
                <a:cubicBezTo>
                  <a:pt x="1452959" y="368499"/>
                  <a:pt x="1476772" y="364530"/>
                  <a:pt x="1512094" y="356592"/>
                </a:cubicBezTo>
                <a:cubicBezTo>
                  <a:pt x="1529953" y="353020"/>
                  <a:pt x="1544538" y="343892"/>
                  <a:pt x="1555849" y="329208"/>
                </a:cubicBezTo>
                <a:cubicBezTo>
                  <a:pt x="1567160" y="314524"/>
                  <a:pt x="1572816" y="297656"/>
                  <a:pt x="1572816" y="278606"/>
                </a:cubicBezTo>
                <a:cubicBezTo>
                  <a:pt x="1572816" y="250428"/>
                  <a:pt x="1563886" y="228799"/>
                  <a:pt x="1546026" y="213717"/>
                </a:cubicBezTo>
                <a:cubicBezTo>
                  <a:pt x="1528167" y="198636"/>
                  <a:pt x="1494631" y="191095"/>
                  <a:pt x="1445419" y="191095"/>
                </a:cubicBezTo>
                <a:close/>
                <a:moveTo>
                  <a:pt x="10874573" y="14883"/>
                </a:moveTo>
                <a:lnTo>
                  <a:pt x="11126390" y="14883"/>
                </a:lnTo>
                <a:lnTo>
                  <a:pt x="11455002" y="497719"/>
                </a:lnTo>
                <a:lnTo>
                  <a:pt x="11455002" y="14883"/>
                </a:lnTo>
                <a:lnTo>
                  <a:pt x="11709201" y="14883"/>
                </a:lnTo>
                <a:lnTo>
                  <a:pt x="11709201" y="887611"/>
                </a:lnTo>
                <a:lnTo>
                  <a:pt x="11455002" y="887611"/>
                </a:lnTo>
                <a:lnTo>
                  <a:pt x="11128176" y="408422"/>
                </a:lnTo>
                <a:lnTo>
                  <a:pt x="11128176" y="887611"/>
                </a:lnTo>
                <a:lnTo>
                  <a:pt x="10874573" y="887611"/>
                </a:lnTo>
                <a:close/>
                <a:moveTo>
                  <a:pt x="9388077" y="14883"/>
                </a:moveTo>
                <a:lnTo>
                  <a:pt x="9658349" y="14883"/>
                </a:lnTo>
                <a:lnTo>
                  <a:pt x="9658349" y="887611"/>
                </a:lnTo>
                <a:lnTo>
                  <a:pt x="9388077" y="887611"/>
                </a:lnTo>
                <a:close/>
                <a:moveTo>
                  <a:pt x="7624167" y="14883"/>
                </a:moveTo>
                <a:lnTo>
                  <a:pt x="8346876" y="14883"/>
                </a:lnTo>
                <a:lnTo>
                  <a:pt x="8346876" y="201216"/>
                </a:lnTo>
                <a:lnTo>
                  <a:pt x="7894438" y="201216"/>
                </a:lnTo>
                <a:lnTo>
                  <a:pt x="7894438" y="339924"/>
                </a:lnTo>
                <a:lnTo>
                  <a:pt x="8314134" y="339924"/>
                </a:lnTo>
                <a:lnTo>
                  <a:pt x="8314134" y="517922"/>
                </a:lnTo>
                <a:lnTo>
                  <a:pt x="7894438" y="517922"/>
                </a:lnTo>
                <a:lnTo>
                  <a:pt x="7894438" y="689967"/>
                </a:lnTo>
                <a:lnTo>
                  <a:pt x="8359973" y="689967"/>
                </a:lnTo>
                <a:lnTo>
                  <a:pt x="8359973" y="887611"/>
                </a:lnTo>
                <a:lnTo>
                  <a:pt x="7624167" y="887611"/>
                </a:lnTo>
                <a:close/>
                <a:moveTo>
                  <a:pt x="6675834" y="14883"/>
                </a:moveTo>
                <a:lnTo>
                  <a:pt x="7076479" y="14883"/>
                </a:lnTo>
                <a:cubicBezTo>
                  <a:pt x="7155457" y="14883"/>
                  <a:pt x="7219255" y="25599"/>
                  <a:pt x="7267872" y="47030"/>
                </a:cubicBezTo>
                <a:cubicBezTo>
                  <a:pt x="7316489" y="68461"/>
                  <a:pt x="7356673" y="99219"/>
                  <a:pt x="7388423" y="139303"/>
                </a:cubicBezTo>
                <a:cubicBezTo>
                  <a:pt x="7420173" y="179388"/>
                  <a:pt x="7443192" y="226020"/>
                  <a:pt x="7457479" y="279202"/>
                </a:cubicBezTo>
                <a:cubicBezTo>
                  <a:pt x="7471767" y="332383"/>
                  <a:pt x="7478910" y="388739"/>
                  <a:pt x="7478910" y="448270"/>
                </a:cubicBezTo>
                <a:cubicBezTo>
                  <a:pt x="7478910" y="541536"/>
                  <a:pt x="7468294" y="613867"/>
                  <a:pt x="7447061" y="665262"/>
                </a:cubicBezTo>
                <a:cubicBezTo>
                  <a:pt x="7425828" y="716657"/>
                  <a:pt x="7396360" y="759718"/>
                  <a:pt x="7358657" y="794445"/>
                </a:cubicBezTo>
                <a:cubicBezTo>
                  <a:pt x="7320954" y="829171"/>
                  <a:pt x="7280473" y="852289"/>
                  <a:pt x="7237213" y="863799"/>
                </a:cubicBezTo>
                <a:cubicBezTo>
                  <a:pt x="7178079" y="879674"/>
                  <a:pt x="7124501" y="887611"/>
                  <a:pt x="7076479" y="887611"/>
                </a:cubicBezTo>
                <a:lnTo>
                  <a:pt x="6675834" y="887611"/>
                </a:lnTo>
                <a:close/>
                <a:moveTo>
                  <a:pt x="4863703" y="14883"/>
                </a:moveTo>
                <a:lnTo>
                  <a:pt x="5133974" y="14883"/>
                </a:lnTo>
                <a:lnTo>
                  <a:pt x="5133974" y="887611"/>
                </a:lnTo>
                <a:lnTo>
                  <a:pt x="4863703" y="887611"/>
                </a:lnTo>
                <a:close/>
                <a:moveTo>
                  <a:pt x="3835003" y="14883"/>
                </a:moveTo>
                <a:lnTo>
                  <a:pt x="4104680" y="14883"/>
                </a:lnTo>
                <a:lnTo>
                  <a:pt x="4104680" y="320278"/>
                </a:lnTo>
                <a:lnTo>
                  <a:pt x="4399359" y="320278"/>
                </a:lnTo>
                <a:lnTo>
                  <a:pt x="4399359" y="14883"/>
                </a:lnTo>
                <a:lnTo>
                  <a:pt x="4670227" y="14883"/>
                </a:lnTo>
                <a:lnTo>
                  <a:pt x="4670227" y="887611"/>
                </a:lnTo>
                <a:lnTo>
                  <a:pt x="4399359" y="887611"/>
                </a:lnTo>
                <a:lnTo>
                  <a:pt x="4399359" y="534591"/>
                </a:lnTo>
                <a:lnTo>
                  <a:pt x="4104680" y="534591"/>
                </a:lnTo>
                <a:lnTo>
                  <a:pt x="4104680" y="887611"/>
                </a:lnTo>
                <a:lnTo>
                  <a:pt x="3835003" y="887611"/>
                </a:lnTo>
                <a:close/>
                <a:moveTo>
                  <a:pt x="2956322" y="14883"/>
                </a:moveTo>
                <a:lnTo>
                  <a:pt x="3404592" y="14883"/>
                </a:lnTo>
                <a:cubicBezTo>
                  <a:pt x="3502224" y="14883"/>
                  <a:pt x="3575348" y="38100"/>
                  <a:pt x="3623965" y="84534"/>
                </a:cubicBezTo>
                <a:cubicBezTo>
                  <a:pt x="3672582" y="130969"/>
                  <a:pt x="3696891" y="197049"/>
                  <a:pt x="3696891" y="282774"/>
                </a:cubicBezTo>
                <a:cubicBezTo>
                  <a:pt x="3696891" y="370880"/>
                  <a:pt x="3670399" y="439738"/>
                  <a:pt x="3617417" y="489347"/>
                </a:cubicBezTo>
                <a:cubicBezTo>
                  <a:pt x="3564433" y="538956"/>
                  <a:pt x="3483570" y="563761"/>
                  <a:pt x="3374827" y="563761"/>
                </a:cubicBezTo>
                <a:lnTo>
                  <a:pt x="3227189" y="563761"/>
                </a:lnTo>
                <a:lnTo>
                  <a:pt x="3227189" y="887611"/>
                </a:lnTo>
                <a:lnTo>
                  <a:pt x="2956322" y="887611"/>
                </a:lnTo>
                <a:close/>
                <a:moveTo>
                  <a:pt x="2245510" y="14883"/>
                </a:moveTo>
                <a:lnTo>
                  <a:pt x="2539668" y="14883"/>
                </a:lnTo>
                <a:lnTo>
                  <a:pt x="2867620" y="887611"/>
                </a:lnTo>
                <a:lnTo>
                  <a:pt x="2585228" y="887611"/>
                </a:lnTo>
                <a:lnTo>
                  <a:pt x="2541575" y="743545"/>
                </a:lnTo>
                <a:lnTo>
                  <a:pt x="2235399" y="743545"/>
                </a:lnTo>
                <a:lnTo>
                  <a:pt x="2192862" y="887611"/>
                </a:lnTo>
                <a:lnTo>
                  <a:pt x="1917501" y="887611"/>
                </a:lnTo>
                <a:close/>
                <a:moveTo>
                  <a:pt x="1056084" y="14883"/>
                </a:moveTo>
                <a:lnTo>
                  <a:pt x="1505545" y="14883"/>
                </a:lnTo>
                <a:cubicBezTo>
                  <a:pt x="1588889" y="14883"/>
                  <a:pt x="1652587" y="22027"/>
                  <a:pt x="1696640" y="36314"/>
                </a:cubicBezTo>
                <a:cubicBezTo>
                  <a:pt x="1740694" y="50602"/>
                  <a:pt x="1776214" y="77093"/>
                  <a:pt x="1803201" y="115788"/>
                </a:cubicBezTo>
                <a:cubicBezTo>
                  <a:pt x="1830189" y="154484"/>
                  <a:pt x="1843683" y="201613"/>
                  <a:pt x="1843683" y="257175"/>
                </a:cubicBezTo>
                <a:cubicBezTo>
                  <a:pt x="1843683" y="305594"/>
                  <a:pt x="1833358" y="347365"/>
                  <a:pt x="1812708" y="382488"/>
                </a:cubicBezTo>
                <a:cubicBezTo>
                  <a:pt x="1792058" y="417612"/>
                  <a:pt x="1763666" y="446088"/>
                  <a:pt x="1727532" y="467916"/>
                </a:cubicBezTo>
                <a:cubicBezTo>
                  <a:pt x="1704500" y="481806"/>
                  <a:pt x="1672930" y="493316"/>
                  <a:pt x="1632821" y="502444"/>
                </a:cubicBezTo>
                <a:cubicBezTo>
                  <a:pt x="1664943" y="513172"/>
                  <a:pt x="1688343" y="523897"/>
                  <a:pt x="1703022" y="534619"/>
                </a:cubicBezTo>
                <a:cubicBezTo>
                  <a:pt x="1712937" y="541769"/>
                  <a:pt x="1727315" y="557062"/>
                  <a:pt x="1746154" y="580500"/>
                </a:cubicBezTo>
                <a:cubicBezTo>
                  <a:pt x="1764993" y="603937"/>
                  <a:pt x="1777584" y="622012"/>
                  <a:pt x="1783928" y="634724"/>
                </a:cubicBezTo>
                <a:lnTo>
                  <a:pt x="1914525" y="887611"/>
                </a:lnTo>
                <a:lnTo>
                  <a:pt x="1609809" y="887611"/>
                </a:lnTo>
                <a:lnTo>
                  <a:pt x="1465659" y="620911"/>
                </a:lnTo>
                <a:cubicBezTo>
                  <a:pt x="1447403" y="586383"/>
                  <a:pt x="1431131" y="563960"/>
                  <a:pt x="1416844" y="553641"/>
                </a:cubicBezTo>
                <a:cubicBezTo>
                  <a:pt x="1397397" y="540147"/>
                  <a:pt x="1375370" y="533400"/>
                  <a:pt x="1350764" y="533400"/>
                </a:cubicBezTo>
                <a:lnTo>
                  <a:pt x="1326951" y="533400"/>
                </a:lnTo>
                <a:lnTo>
                  <a:pt x="1326951" y="887611"/>
                </a:lnTo>
                <a:lnTo>
                  <a:pt x="1056084" y="887611"/>
                </a:lnTo>
                <a:close/>
                <a:moveTo>
                  <a:pt x="12248554" y="0"/>
                </a:moveTo>
                <a:cubicBezTo>
                  <a:pt x="12360076" y="0"/>
                  <a:pt x="12445106" y="20737"/>
                  <a:pt x="12503645" y="62210"/>
                </a:cubicBezTo>
                <a:cubicBezTo>
                  <a:pt x="12562185" y="103684"/>
                  <a:pt x="12597010" y="169664"/>
                  <a:pt x="12608123" y="260152"/>
                </a:cubicBezTo>
                <a:lnTo>
                  <a:pt x="12353924" y="275034"/>
                </a:lnTo>
                <a:cubicBezTo>
                  <a:pt x="12347177" y="235744"/>
                  <a:pt x="12332989" y="207169"/>
                  <a:pt x="12311359" y="189310"/>
                </a:cubicBezTo>
                <a:cubicBezTo>
                  <a:pt x="12289729" y="171450"/>
                  <a:pt x="12259865" y="162520"/>
                  <a:pt x="12221765" y="162520"/>
                </a:cubicBezTo>
                <a:cubicBezTo>
                  <a:pt x="12190412" y="162520"/>
                  <a:pt x="12166797" y="169168"/>
                  <a:pt x="12150923" y="182463"/>
                </a:cubicBezTo>
                <a:cubicBezTo>
                  <a:pt x="12135048" y="195759"/>
                  <a:pt x="12127110" y="211931"/>
                  <a:pt x="12127110" y="230981"/>
                </a:cubicBezTo>
                <a:cubicBezTo>
                  <a:pt x="12127110" y="244872"/>
                  <a:pt x="12133659" y="257374"/>
                  <a:pt x="12146755" y="268486"/>
                </a:cubicBezTo>
                <a:cubicBezTo>
                  <a:pt x="12159456" y="279995"/>
                  <a:pt x="12189618" y="290711"/>
                  <a:pt x="12237243" y="300633"/>
                </a:cubicBezTo>
                <a:cubicBezTo>
                  <a:pt x="12355115" y="326033"/>
                  <a:pt x="12439550" y="351731"/>
                  <a:pt x="12490548" y="377726"/>
                </a:cubicBezTo>
                <a:cubicBezTo>
                  <a:pt x="12541546" y="403721"/>
                  <a:pt x="12578655" y="435967"/>
                  <a:pt x="12601872" y="474464"/>
                </a:cubicBezTo>
                <a:cubicBezTo>
                  <a:pt x="12625089" y="512961"/>
                  <a:pt x="12636698" y="556022"/>
                  <a:pt x="12636698" y="603647"/>
                </a:cubicBezTo>
                <a:cubicBezTo>
                  <a:pt x="12636698" y="659606"/>
                  <a:pt x="12621219" y="711200"/>
                  <a:pt x="12590263" y="758428"/>
                </a:cubicBezTo>
                <a:cubicBezTo>
                  <a:pt x="12559307" y="805656"/>
                  <a:pt x="12516048" y="841474"/>
                  <a:pt x="12460485" y="865882"/>
                </a:cubicBezTo>
                <a:cubicBezTo>
                  <a:pt x="12404922" y="890290"/>
                  <a:pt x="12334874" y="902494"/>
                  <a:pt x="12250340" y="902494"/>
                </a:cubicBezTo>
                <a:cubicBezTo>
                  <a:pt x="12101908" y="902494"/>
                  <a:pt x="11999118" y="873919"/>
                  <a:pt x="11941968" y="816769"/>
                </a:cubicBezTo>
                <a:cubicBezTo>
                  <a:pt x="11884818" y="759619"/>
                  <a:pt x="11852472" y="686991"/>
                  <a:pt x="11844932" y="598885"/>
                </a:cubicBezTo>
                <a:lnTo>
                  <a:pt x="12101512" y="582811"/>
                </a:lnTo>
                <a:cubicBezTo>
                  <a:pt x="12107068" y="624483"/>
                  <a:pt x="12118379" y="656233"/>
                  <a:pt x="12135444" y="678061"/>
                </a:cubicBezTo>
                <a:cubicBezTo>
                  <a:pt x="12163225" y="713383"/>
                  <a:pt x="12202914" y="731044"/>
                  <a:pt x="12254507" y="731044"/>
                </a:cubicBezTo>
                <a:cubicBezTo>
                  <a:pt x="12293003" y="731044"/>
                  <a:pt x="12322670" y="722015"/>
                  <a:pt x="12343506" y="703957"/>
                </a:cubicBezTo>
                <a:cubicBezTo>
                  <a:pt x="12364342" y="685899"/>
                  <a:pt x="12374760" y="664964"/>
                  <a:pt x="12374760" y="641152"/>
                </a:cubicBezTo>
                <a:cubicBezTo>
                  <a:pt x="12374760" y="618530"/>
                  <a:pt x="12364839" y="598289"/>
                  <a:pt x="12344994" y="580430"/>
                </a:cubicBezTo>
                <a:cubicBezTo>
                  <a:pt x="12325150" y="562570"/>
                  <a:pt x="12279114" y="545703"/>
                  <a:pt x="12206882" y="529828"/>
                </a:cubicBezTo>
                <a:cubicBezTo>
                  <a:pt x="12088614" y="503238"/>
                  <a:pt x="12004277" y="467916"/>
                  <a:pt x="11953874" y="423863"/>
                </a:cubicBezTo>
                <a:cubicBezTo>
                  <a:pt x="11903074" y="379810"/>
                  <a:pt x="11877674" y="323652"/>
                  <a:pt x="11877674" y="255389"/>
                </a:cubicBezTo>
                <a:cubicBezTo>
                  <a:pt x="11877674" y="210542"/>
                  <a:pt x="11890672" y="168176"/>
                  <a:pt x="11916667" y="128290"/>
                </a:cubicBezTo>
                <a:cubicBezTo>
                  <a:pt x="11942662" y="88404"/>
                  <a:pt x="11981755" y="57051"/>
                  <a:pt x="12033944" y="34231"/>
                </a:cubicBezTo>
                <a:cubicBezTo>
                  <a:pt x="12086132" y="11410"/>
                  <a:pt x="12157670" y="0"/>
                  <a:pt x="12248554" y="0"/>
                </a:cubicBezTo>
                <a:close/>
                <a:moveTo>
                  <a:pt x="10290571" y="0"/>
                </a:moveTo>
                <a:cubicBezTo>
                  <a:pt x="10387012" y="0"/>
                  <a:pt x="10459143" y="8731"/>
                  <a:pt x="10506967" y="26194"/>
                </a:cubicBezTo>
                <a:cubicBezTo>
                  <a:pt x="10554791" y="43656"/>
                  <a:pt x="10594478" y="70743"/>
                  <a:pt x="10626030" y="107454"/>
                </a:cubicBezTo>
                <a:cubicBezTo>
                  <a:pt x="10657581" y="144165"/>
                  <a:pt x="10681295" y="190699"/>
                  <a:pt x="10697169" y="247055"/>
                </a:cubicBezTo>
                <a:lnTo>
                  <a:pt x="10437018" y="293489"/>
                </a:lnTo>
                <a:cubicBezTo>
                  <a:pt x="10426302" y="260548"/>
                  <a:pt x="10408145" y="235347"/>
                  <a:pt x="10382547" y="217885"/>
                </a:cubicBezTo>
                <a:cubicBezTo>
                  <a:pt x="10356948" y="200422"/>
                  <a:pt x="10324305" y="191691"/>
                  <a:pt x="10284618" y="191691"/>
                </a:cubicBezTo>
                <a:cubicBezTo>
                  <a:pt x="10225483" y="191691"/>
                  <a:pt x="10178355" y="212229"/>
                  <a:pt x="10143231" y="253306"/>
                </a:cubicBezTo>
                <a:cubicBezTo>
                  <a:pt x="10108108" y="294382"/>
                  <a:pt x="10090546" y="359370"/>
                  <a:pt x="10090546" y="448270"/>
                </a:cubicBezTo>
                <a:cubicBezTo>
                  <a:pt x="10090546" y="542727"/>
                  <a:pt x="10108307" y="610195"/>
                  <a:pt x="10143826" y="650677"/>
                </a:cubicBezTo>
                <a:cubicBezTo>
                  <a:pt x="10179346" y="691158"/>
                  <a:pt x="10228857" y="711399"/>
                  <a:pt x="10292357" y="711399"/>
                </a:cubicBezTo>
                <a:cubicBezTo>
                  <a:pt x="10322519" y="711399"/>
                  <a:pt x="10351293" y="707033"/>
                  <a:pt x="10378677" y="698302"/>
                </a:cubicBezTo>
                <a:cubicBezTo>
                  <a:pt x="10406062" y="689570"/>
                  <a:pt x="10437414" y="674688"/>
                  <a:pt x="10472737" y="653653"/>
                </a:cubicBezTo>
                <a:lnTo>
                  <a:pt x="10472737" y="571500"/>
                </a:lnTo>
                <a:lnTo>
                  <a:pt x="10292357" y="571500"/>
                </a:lnTo>
                <a:lnTo>
                  <a:pt x="10292357" y="389930"/>
                </a:lnTo>
                <a:lnTo>
                  <a:pt x="10709076" y="389930"/>
                </a:lnTo>
                <a:lnTo>
                  <a:pt x="10709076" y="762000"/>
                </a:lnTo>
                <a:cubicBezTo>
                  <a:pt x="10629304" y="816372"/>
                  <a:pt x="10558759" y="853381"/>
                  <a:pt x="10497442" y="873026"/>
                </a:cubicBezTo>
                <a:cubicBezTo>
                  <a:pt x="10436125" y="892671"/>
                  <a:pt x="10363398" y="902494"/>
                  <a:pt x="10279260" y="902494"/>
                </a:cubicBezTo>
                <a:cubicBezTo>
                  <a:pt x="10175676" y="902494"/>
                  <a:pt x="10091240" y="884833"/>
                  <a:pt x="10025955" y="849511"/>
                </a:cubicBezTo>
                <a:cubicBezTo>
                  <a:pt x="9960669" y="814189"/>
                  <a:pt x="9910067" y="761603"/>
                  <a:pt x="9874150" y="691753"/>
                </a:cubicBezTo>
                <a:cubicBezTo>
                  <a:pt x="9838232" y="621903"/>
                  <a:pt x="9820274" y="541735"/>
                  <a:pt x="9820274" y="451247"/>
                </a:cubicBezTo>
                <a:cubicBezTo>
                  <a:pt x="9820274" y="355997"/>
                  <a:pt x="9839919" y="273149"/>
                  <a:pt x="9879210" y="202704"/>
                </a:cubicBezTo>
                <a:cubicBezTo>
                  <a:pt x="9918501" y="132259"/>
                  <a:pt x="9976047" y="78780"/>
                  <a:pt x="10051851" y="42267"/>
                </a:cubicBezTo>
                <a:cubicBezTo>
                  <a:pt x="10110985" y="14089"/>
                  <a:pt x="10190559" y="0"/>
                  <a:pt x="10290571" y="0"/>
                </a:cubicBezTo>
                <a:close/>
                <a:moveTo>
                  <a:pt x="8857654" y="0"/>
                </a:moveTo>
                <a:cubicBezTo>
                  <a:pt x="8969176" y="0"/>
                  <a:pt x="9054206" y="20737"/>
                  <a:pt x="9112745" y="62210"/>
                </a:cubicBezTo>
                <a:cubicBezTo>
                  <a:pt x="9171284" y="103684"/>
                  <a:pt x="9206110" y="169664"/>
                  <a:pt x="9217223" y="260152"/>
                </a:cubicBezTo>
                <a:lnTo>
                  <a:pt x="8963024" y="275034"/>
                </a:lnTo>
                <a:cubicBezTo>
                  <a:pt x="8956277" y="235744"/>
                  <a:pt x="8942089" y="207169"/>
                  <a:pt x="8920459" y="189310"/>
                </a:cubicBezTo>
                <a:cubicBezTo>
                  <a:pt x="8898830" y="171450"/>
                  <a:pt x="8868965" y="162520"/>
                  <a:pt x="8830865" y="162520"/>
                </a:cubicBezTo>
                <a:cubicBezTo>
                  <a:pt x="8799511" y="162520"/>
                  <a:pt x="8775898" y="169168"/>
                  <a:pt x="8760023" y="182463"/>
                </a:cubicBezTo>
                <a:cubicBezTo>
                  <a:pt x="8744147" y="195759"/>
                  <a:pt x="8736210" y="211931"/>
                  <a:pt x="8736210" y="230981"/>
                </a:cubicBezTo>
                <a:cubicBezTo>
                  <a:pt x="8736210" y="244872"/>
                  <a:pt x="8742759" y="257374"/>
                  <a:pt x="8755855" y="268486"/>
                </a:cubicBezTo>
                <a:cubicBezTo>
                  <a:pt x="8768555" y="279995"/>
                  <a:pt x="8798718" y="290711"/>
                  <a:pt x="8846343" y="300633"/>
                </a:cubicBezTo>
                <a:cubicBezTo>
                  <a:pt x="8964215" y="326033"/>
                  <a:pt x="9048650" y="351731"/>
                  <a:pt x="9099648" y="377726"/>
                </a:cubicBezTo>
                <a:cubicBezTo>
                  <a:pt x="9150647" y="403721"/>
                  <a:pt x="9187755" y="435967"/>
                  <a:pt x="9210972" y="474464"/>
                </a:cubicBezTo>
                <a:cubicBezTo>
                  <a:pt x="9234189" y="512961"/>
                  <a:pt x="9245798" y="556022"/>
                  <a:pt x="9245798" y="603647"/>
                </a:cubicBezTo>
                <a:cubicBezTo>
                  <a:pt x="9245798" y="659606"/>
                  <a:pt x="9230319" y="711200"/>
                  <a:pt x="9199363" y="758428"/>
                </a:cubicBezTo>
                <a:cubicBezTo>
                  <a:pt x="9168407" y="805656"/>
                  <a:pt x="9125147" y="841474"/>
                  <a:pt x="9069585" y="865882"/>
                </a:cubicBezTo>
                <a:cubicBezTo>
                  <a:pt x="9014023" y="890290"/>
                  <a:pt x="8943974" y="902494"/>
                  <a:pt x="8859440" y="902494"/>
                </a:cubicBezTo>
                <a:cubicBezTo>
                  <a:pt x="8711009" y="902494"/>
                  <a:pt x="8608218" y="873919"/>
                  <a:pt x="8551068" y="816769"/>
                </a:cubicBezTo>
                <a:cubicBezTo>
                  <a:pt x="8493918" y="759619"/>
                  <a:pt x="8461573" y="686991"/>
                  <a:pt x="8454032" y="598885"/>
                </a:cubicBezTo>
                <a:lnTo>
                  <a:pt x="8710612" y="582811"/>
                </a:lnTo>
                <a:cubicBezTo>
                  <a:pt x="8716168" y="624483"/>
                  <a:pt x="8727479" y="656233"/>
                  <a:pt x="8744544" y="678061"/>
                </a:cubicBezTo>
                <a:cubicBezTo>
                  <a:pt x="8772326" y="713383"/>
                  <a:pt x="8812013" y="731044"/>
                  <a:pt x="8863607" y="731044"/>
                </a:cubicBezTo>
                <a:cubicBezTo>
                  <a:pt x="8902104" y="731044"/>
                  <a:pt x="8931770" y="722015"/>
                  <a:pt x="8952606" y="703957"/>
                </a:cubicBezTo>
                <a:cubicBezTo>
                  <a:pt x="8973442" y="685899"/>
                  <a:pt x="8983860" y="664964"/>
                  <a:pt x="8983860" y="641152"/>
                </a:cubicBezTo>
                <a:cubicBezTo>
                  <a:pt x="8983860" y="618530"/>
                  <a:pt x="8973938" y="598289"/>
                  <a:pt x="8954094" y="580430"/>
                </a:cubicBezTo>
                <a:cubicBezTo>
                  <a:pt x="8934251" y="562570"/>
                  <a:pt x="8888213" y="545703"/>
                  <a:pt x="8815982" y="529828"/>
                </a:cubicBezTo>
                <a:cubicBezTo>
                  <a:pt x="8697713" y="503238"/>
                  <a:pt x="8613377" y="467916"/>
                  <a:pt x="8562974" y="423863"/>
                </a:cubicBezTo>
                <a:cubicBezTo>
                  <a:pt x="8512174" y="379810"/>
                  <a:pt x="8486774" y="323652"/>
                  <a:pt x="8486774" y="255389"/>
                </a:cubicBezTo>
                <a:cubicBezTo>
                  <a:pt x="8486774" y="210542"/>
                  <a:pt x="8499772" y="168176"/>
                  <a:pt x="8525767" y="128290"/>
                </a:cubicBezTo>
                <a:cubicBezTo>
                  <a:pt x="8551763" y="88404"/>
                  <a:pt x="8590854" y="57051"/>
                  <a:pt x="8643044" y="34231"/>
                </a:cubicBezTo>
                <a:cubicBezTo>
                  <a:pt x="8695233" y="11410"/>
                  <a:pt x="8766769" y="0"/>
                  <a:pt x="8857654" y="0"/>
                </a:cubicBezTo>
                <a:close/>
                <a:moveTo>
                  <a:pt x="5738812" y="0"/>
                </a:moveTo>
                <a:cubicBezTo>
                  <a:pt x="5848746" y="0"/>
                  <a:pt x="5935166" y="22225"/>
                  <a:pt x="5998070" y="66675"/>
                </a:cubicBezTo>
                <a:cubicBezTo>
                  <a:pt x="6060976" y="111125"/>
                  <a:pt x="6107708" y="179388"/>
                  <a:pt x="6138267" y="271463"/>
                </a:cubicBezTo>
                <a:lnTo>
                  <a:pt x="5900142" y="324445"/>
                </a:lnTo>
                <a:cubicBezTo>
                  <a:pt x="5891807" y="297855"/>
                  <a:pt x="5883076" y="278408"/>
                  <a:pt x="5873948" y="266105"/>
                </a:cubicBezTo>
                <a:cubicBezTo>
                  <a:pt x="5858867" y="245467"/>
                  <a:pt x="5840413" y="229592"/>
                  <a:pt x="5818584" y="218480"/>
                </a:cubicBezTo>
                <a:cubicBezTo>
                  <a:pt x="5796755" y="207367"/>
                  <a:pt x="5772348" y="201811"/>
                  <a:pt x="5745360" y="201811"/>
                </a:cubicBezTo>
                <a:cubicBezTo>
                  <a:pt x="5684241" y="201811"/>
                  <a:pt x="5637411" y="226389"/>
                  <a:pt x="5604867" y="275546"/>
                </a:cubicBezTo>
                <a:cubicBezTo>
                  <a:pt x="5580261" y="312015"/>
                  <a:pt x="5567958" y="369292"/>
                  <a:pt x="5567958" y="447378"/>
                </a:cubicBezTo>
                <a:cubicBezTo>
                  <a:pt x="5567958" y="544103"/>
                  <a:pt x="5582642" y="610403"/>
                  <a:pt x="5612010" y="646277"/>
                </a:cubicBezTo>
                <a:cubicBezTo>
                  <a:pt x="5641379" y="682151"/>
                  <a:pt x="5682654" y="700088"/>
                  <a:pt x="5735836" y="700088"/>
                </a:cubicBezTo>
                <a:cubicBezTo>
                  <a:pt x="5787429" y="700088"/>
                  <a:pt x="5826423" y="685602"/>
                  <a:pt x="5852815" y="656630"/>
                </a:cubicBezTo>
                <a:cubicBezTo>
                  <a:pt x="5879207" y="627658"/>
                  <a:pt x="5898356" y="585589"/>
                  <a:pt x="5910262" y="530424"/>
                </a:cubicBezTo>
                <a:lnTo>
                  <a:pt x="6146601" y="601861"/>
                </a:lnTo>
                <a:cubicBezTo>
                  <a:pt x="6130726" y="668139"/>
                  <a:pt x="6105723" y="723503"/>
                  <a:pt x="6071592" y="767953"/>
                </a:cubicBezTo>
                <a:cubicBezTo>
                  <a:pt x="6037461" y="812403"/>
                  <a:pt x="5995094" y="845939"/>
                  <a:pt x="5944492" y="868561"/>
                </a:cubicBezTo>
                <a:cubicBezTo>
                  <a:pt x="5893891" y="891183"/>
                  <a:pt x="5829498" y="902494"/>
                  <a:pt x="5751313" y="902494"/>
                </a:cubicBezTo>
                <a:cubicBezTo>
                  <a:pt x="5656461" y="902494"/>
                  <a:pt x="5578971" y="888712"/>
                  <a:pt x="5518844" y="861148"/>
                </a:cubicBezTo>
                <a:cubicBezTo>
                  <a:pt x="5458717" y="833583"/>
                  <a:pt x="5406826" y="785098"/>
                  <a:pt x="5363170" y="715691"/>
                </a:cubicBezTo>
                <a:cubicBezTo>
                  <a:pt x="5319514" y="646285"/>
                  <a:pt x="5297686" y="557442"/>
                  <a:pt x="5297686" y="449163"/>
                </a:cubicBezTo>
                <a:cubicBezTo>
                  <a:pt x="5297686" y="304800"/>
                  <a:pt x="5336083" y="193849"/>
                  <a:pt x="5412878" y="116309"/>
                </a:cubicBezTo>
                <a:cubicBezTo>
                  <a:pt x="5489674" y="38770"/>
                  <a:pt x="5598318" y="0"/>
                  <a:pt x="5738812" y="0"/>
                </a:cubicBezTo>
                <a:close/>
                <a:moveTo>
                  <a:pt x="470297" y="0"/>
                </a:moveTo>
                <a:cubicBezTo>
                  <a:pt x="566737" y="0"/>
                  <a:pt x="638869" y="8731"/>
                  <a:pt x="686693" y="26194"/>
                </a:cubicBezTo>
                <a:cubicBezTo>
                  <a:pt x="734516" y="43656"/>
                  <a:pt x="774204" y="70743"/>
                  <a:pt x="805755" y="107454"/>
                </a:cubicBezTo>
                <a:cubicBezTo>
                  <a:pt x="837307" y="144165"/>
                  <a:pt x="861020" y="190699"/>
                  <a:pt x="876895" y="247055"/>
                </a:cubicBezTo>
                <a:lnTo>
                  <a:pt x="616743" y="293489"/>
                </a:lnTo>
                <a:cubicBezTo>
                  <a:pt x="606028" y="260548"/>
                  <a:pt x="587871" y="235347"/>
                  <a:pt x="562272" y="217885"/>
                </a:cubicBezTo>
                <a:cubicBezTo>
                  <a:pt x="536674" y="200422"/>
                  <a:pt x="504031" y="191691"/>
                  <a:pt x="464344" y="191691"/>
                </a:cubicBezTo>
                <a:cubicBezTo>
                  <a:pt x="405209" y="191691"/>
                  <a:pt x="358080" y="212229"/>
                  <a:pt x="322957" y="253306"/>
                </a:cubicBezTo>
                <a:cubicBezTo>
                  <a:pt x="287833" y="294382"/>
                  <a:pt x="270272" y="359370"/>
                  <a:pt x="270272" y="448270"/>
                </a:cubicBezTo>
                <a:cubicBezTo>
                  <a:pt x="270272" y="542727"/>
                  <a:pt x="288032" y="610195"/>
                  <a:pt x="323552" y="650677"/>
                </a:cubicBezTo>
                <a:cubicBezTo>
                  <a:pt x="359073" y="691158"/>
                  <a:pt x="408583" y="711399"/>
                  <a:pt x="472082" y="711399"/>
                </a:cubicBezTo>
                <a:cubicBezTo>
                  <a:pt x="502245" y="711399"/>
                  <a:pt x="531018" y="707033"/>
                  <a:pt x="558403" y="698302"/>
                </a:cubicBezTo>
                <a:cubicBezTo>
                  <a:pt x="585787" y="689570"/>
                  <a:pt x="617140" y="674688"/>
                  <a:pt x="652462" y="653653"/>
                </a:cubicBezTo>
                <a:lnTo>
                  <a:pt x="652462" y="571500"/>
                </a:lnTo>
                <a:lnTo>
                  <a:pt x="472082" y="571500"/>
                </a:lnTo>
                <a:lnTo>
                  <a:pt x="472082" y="389930"/>
                </a:lnTo>
                <a:lnTo>
                  <a:pt x="888801" y="389930"/>
                </a:lnTo>
                <a:lnTo>
                  <a:pt x="888801" y="762000"/>
                </a:lnTo>
                <a:cubicBezTo>
                  <a:pt x="809029" y="816372"/>
                  <a:pt x="738485" y="853381"/>
                  <a:pt x="677168" y="873026"/>
                </a:cubicBezTo>
                <a:cubicBezTo>
                  <a:pt x="615851" y="892671"/>
                  <a:pt x="543123" y="902494"/>
                  <a:pt x="458986" y="902494"/>
                </a:cubicBezTo>
                <a:cubicBezTo>
                  <a:pt x="355401" y="902494"/>
                  <a:pt x="270966" y="884833"/>
                  <a:pt x="205680" y="849511"/>
                </a:cubicBezTo>
                <a:cubicBezTo>
                  <a:pt x="140394" y="814189"/>
                  <a:pt x="89793" y="761603"/>
                  <a:pt x="53875" y="691753"/>
                </a:cubicBezTo>
                <a:cubicBezTo>
                  <a:pt x="17958" y="621903"/>
                  <a:pt x="0" y="541735"/>
                  <a:pt x="0" y="451247"/>
                </a:cubicBezTo>
                <a:cubicBezTo>
                  <a:pt x="0" y="355997"/>
                  <a:pt x="19645" y="273149"/>
                  <a:pt x="58936" y="202704"/>
                </a:cubicBezTo>
                <a:cubicBezTo>
                  <a:pt x="98226" y="132259"/>
                  <a:pt x="155773" y="78780"/>
                  <a:pt x="231576" y="42267"/>
                </a:cubicBezTo>
                <a:cubicBezTo>
                  <a:pt x="290711" y="14089"/>
                  <a:pt x="370284" y="0"/>
                  <a:pt x="47029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875FC9E-B846-2E1C-5E12-F720844DD8DB}"/>
              </a:ext>
            </a:extLst>
          </p:cNvPr>
          <p:cNvSpPr/>
          <p:nvPr/>
        </p:nvSpPr>
        <p:spPr>
          <a:xfrm>
            <a:off x="162044" y="4359845"/>
            <a:ext cx="11840901" cy="1848044"/>
          </a:xfrm>
          <a:custGeom>
            <a:avLst/>
            <a:gdLst/>
            <a:ahLst/>
            <a:cxnLst/>
            <a:rect l="l" t="t" r="r" b="b"/>
            <a:pathLst>
              <a:path w="12636698" h="902494">
                <a:moveTo>
                  <a:pt x="2389287" y="241102"/>
                </a:moveTo>
                <a:lnTo>
                  <a:pt x="2293971" y="554831"/>
                </a:lnTo>
                <a:lnTo>
                  <a:pt x="2485634" y="554831"/>
                </a:lnTo>
                <a:close/>
                <a:moveTo>
                  <a:pt x="6945510" y="212527"/>
                </a:moveTo>
                <a:lnTo>
                  <a:pt x="6945510" y="689372"/>
                </a:lnTo>
                <a:lnTo>
                  <a:pt x="7011590" y="689372"/>
                </a:lnTo>
                <a:cubicBezTo>
                  <a:pt x="7067946" y="689372"/>
                  <a:pt x="7108031" y="683121"/>
                  <a:pt x="7131843" y="670620"/>
                </a:cubicBezTo>
                <a:cubicBezTo>
                  <a:pt x="7155656" y="658118"/>
                  <a:pt x="7174309" y="636290"/>
                  <a:pt x="7187803" y="605135"/>
                </a:cubicBezTo>
                <a:cubicBezTo>
                  <a:pt x="7201296" y="573981"/>
                  <a:pt x="7208043" y="523478"/>
                  <a:pt x="7208043" y="453628"/>
                </a:cubicBezTo>
                <a:cubicBezTo>
                  <a:pt x="7208043" y="361156"/>
                  <a:pt x="7192962" y="297855"/>
                  <a:pt x="7162799" y="263724"/>
                </a:cubicBezTo>
                <a:cubicBezTo>
                  <a:pt x="7132637" y="229592"/>
                  <a:pt x="7082630" y="212527"/>
                  <a:pt x="7012781" y="212527"/>
                </a:cubicBezTo>
                <a:close/>
                <a:moveTo>
                  <a:pt x="3227189" y="192286"/>
                </a:moveTo>
                <a:lnTo>
                  <a:pt x="3227189" y="386953"/>
                </a:lnTo>
                <a:lnTo>
                  <a:pt x="3293269" y="386953"/>
                </a:lnTo>
                <a:cubicBezTo>
                  <a:pt x="3345260" y="386953"/>
                  <a:pt x="3381772" y="377924"/>
                  <a:pt x="3402806" y="359867"/>
                </a:cubicBezTo>
                <a:cubicBezTo>
                  <a:pt x="3423841" y="341809"/>
                  <a:pt x="3434358" y="318691"/>
                  <a:pt x="3434358" y="290513"/>
                </a:cubicBezTo>
                <a:cubicBezTo>
                  <a:pt x="3434358" y="263128"/>
                  <a:pt x="3425230" y="239911"/>
                  <a:pt x="3406973" y="220861"/>
                </a:cubicBezTo>
                <a:cubicBezTo>
                  <a:pt x="3388717" y="201811"/>
                  <a:pt x="3354388" y="192286"/>
                  <a:pt x="3303984" y="192286"/>
                </a:cubicBezTo>
                <a:close/>
                <a:moveTo>
                  <a:pt x="1326951" y="191095"/>
                </a:moveTo>
                <a:lnTo>
                  <a:pt x="1326951" y="368499"/>
                </a:lnTo>
                <a:lnTo>
                  <a:pt x="1440656" y="368499"/>
                </a:lnTo>
                <a:cubicBezTo>
                  <a:pt x="1452959" y="368499"/>
                  <a:pt x="1476772" y="364530"/>
                  <a:pt x="1512094" y="356592"/>
                </a:cubicBezTo>
                <a:cubicBezTo>
                  <a:pt x="1529953" y="353020"/>
                  <a:pt x="1544538" y="343892"/>
                  <a:pt x="1555849" y="329208"/>
                </a:cubicBezTo>
                <a:cubicBezTo>
                  <a:pt x="1567160" y="314524"/>
                  <a:pt x="1572816" y="297656"/>
                  <a:pt x="1572816" y="278606"/>
                </a:cubicBezTo>
                <a:cubicBezTo>
                  <a:pt x="1572816" y="250428"/>
                  <a:pt x="1563886" y="228799"/>
                  <a:pt x="1546026" y="213717"/>
                </a:cubicBezTo>
                <a:cubicBezTo>
                  <a:pt x="1528167" y="198636"/>
                  <a:pt x="1494631" y="191095"/>
                  <a:pt x="1445419" y="191095"/>
                </a:cubicBezTo>
                <a:close/>
                <a:moveTo>
                  <a:pt x="10874573" y="14883"/>
                </a:moveTo>
                <a:lnTo>
                  <a:pt x="11126390" y="14883"/>
                </a:lnTo>
                <a:lnTo>
                  <a:pt x="11455002" y="497719"/>
                </a:lnTo>
                <a:lnTo>
                  <a:pt x="11455002" y="14883"/>
                </a:lnTo>
                <a:lnTo>
                  <a:pt x="11709201" y="14883"/>
                </a:lnTo>
                <a:lnTo>
                  <a:pt x="11709201" y="887611"/>
                </a:lnTo>
                <a:lnTo>
                  <a:pt x="11455002" y="887611"/>
                </a:lnTo>
                <a:lnTo>
                  <a:pt x="11128176" y="408422"/>
                </a:lnTo>
                <a:lnTo>
                  <a:pt x="11128176" y="887611"/>
                </a:lnTo>
                <a:lnTo>
                  <a:pt x="10874573" y="887611"/>
                </a:lnTo>
                <a:close/>
                <a:moveTo>
                  <a:pt x="9388077" y="14883"/>
                </a:moveTo>
                <a:lnTo>
                  <a:pt x="9658349" y="14883"/>
                </a:lnTo>
                <a:lnTo>
                  <a:pt x="9658349" y="887611"/>
                </a:lnTo>
                <a:lnTo>
                  <a:pt x="9388077" y="887611"/>
                </a:lnTo>
                <a:close/>
                <a:moveTo>
                  <a:pt x="7624167" y="14883"/>
                </a:moveTo>
                <a:lnTo>
                  <a:pt x="8346876" y="14883"/>
                </a:lnTo>
                <a:lnTo>
                  <a:pt x="8346876" y="201216"/>
                </a:lnTo>
                <a:lnTo>
                  <a:pt x="7894438" y="201216"/>
                </a:lnTo>
                <a:lnTo>
                  <a:pt x="7894438" y="339924"/>
                </a:lnTo>
                <a:lnTo>
                  <a:pt x="8314134" y="339924"/>
                </a:lnTo>
                <a:lnTo>
                  <a:pt x="8314134" y="517922"/>
                </a:lnTo>
                <a:lnTo>
                  <a:pt x="7894438" y="517922"/>
                </a:lnTo>
                <a:lnTo>
                  <a:pt x="7894438" y="689967"/>
                </a:lnTo>
                <a:lnTo>
                  <a:pt x="8359973" y="689967"/>
                </a:lnTo>
                <a:lnTo>
                  <a:pt x="8359973" y="887611"/>
                </a:lnTo>
                <a:lnTo>
                  <a:pt x="7624167" y="887611"/>
                </a:lnTo>
                <a:close/>
                <a:moveTo>
                  <a:pt x="6675834" y="14883"/>
                </a:moveTo>
                <a:lnTo>
                  <a:pt x="7076479" y="14883"/>
                </a:lnTo>
                <a:cubicBezTo>
                  <a:pt x="7155457" y="14883"/>
                  <a:pt x="7219255" y="25599"/>
                  <a:pt x="7267872" y="47030"/>
                </a:cubicBezTo>
                <a:cubicBezTo>
                  <a:pt x="7316489" y="68461"/>
                  <a:pt x="7356673" y="99219"/>
                  <a:pt x="7388423" y="139303"/>
                </a:cubicBezTo>
                <a:cubicBezTo>
                  <a:pt x="7420173" y="179388"/>
                  <a:pt x="7443192" y="226020"/>
                  <a:pt x="7457479" y="279202"/>
                </a:cubicBezTo>
                <a:cubicBezTo>
                  <a:pt x="7471767" y="332383"/>
                  <a:pt x="7478910" y="388739"/>
                  <a:pt x="7478910" y="448270"/>
                </a:cubicBezTo>
                <a:cubicBezTo>
                  <a:pt x="7478910" y="541536"/>
                  <a:pt x="7468294" y="613867"/>
                  <a:pt x="7447061" y="665262"/>
                </a:cubicBezTo>
                <a:cubicBezTo>
                  <a:pt x="7425828" y="716657"/>
                  <a:pt x="7396360" y="759718"/>
                  <a:pt x="7358657" y="794445"/>
                </a:cubicBezTo>
                <a:cubicBezTo>
                  <a:pt x="7320954" y="829171"/>
                  <a:pt x="7280473" y="852289"/>
                  <a:pt x="7237213" y="863799"/>
                </a:cubicBezTo>
                <a:cubicBezTo>
                  <a:pt x="7178079" y="879674"/>
                  <a:pt x="7124501" y="887611"/>
                  <a:pt x="7076479" y="887611"/>
                </a:cubicBezTo>
                <a:lnTo>
                  <a:pt x="6675834" y="887611"/>
                </a:lnTo>
                <a:close/>
                <a:moveTo>
                  <a:pt x="4863703" y="14883"/>
                </a:moveTo>
                <a:lnTo>
                  <a:pt x="5133974" y="14883"/>
                </a:lnTo>
                <a:lnTo>
                  <a:pt x="5133974" y="887611"/>
                </a:lnTo>
                <a:lnTo>
                  <a:pt x="4863703" y="887611"/>
                </a:lnTo>
                <a:close/>
                <a:moveTo>
                  <a:pt x="3835003" y="14883"/>
                </a:moveTo>
                <a:lnTo>
                  <a:pt x="4104680" y="14883"/>
                </a:lnTo>
                <a:lnTo>
                  <a:pt x="4104680" y="320278"/>
                </a:lnTo>
                <a:lnTo>
                  <a:pt x="4399359" y="320278"/>
                </a:lnTo>
                <a:lnTo>
                  <a:pt x="4399359" y="14883"/>
                </a:lnTo>
                <a:lnTo>
                  <a:pt x="4670227" y="14883"/>
                </a:lnTo>
                <a:lnTo>
                  <a:pt x="4670227" y="887611"/>
                </a:lnTo>
                <a:lnTo>
                  <a:pt x="4399359" y="887611"/>
                </a:lnTo>
                <a:lnTo>
                  <a:pt x="4399359" y="534591"/>
                </a:lnTo>
                <a:lnTo>
                  <a:pt x="4104680" y="534591"/>
                </a:lnTo>
                <a:lnTo>
                  <a:pt x="4104680" y="887611"/>
                </a:lnTo>
                <a:lnTo>
                  <a:pt x="3835003" y="887611"/>
                </a:lnTo>
                <a:close/>
                <a:moveTo>
                  <a:pt x="2956322" y="14883"/>
                </a:moveTo>
                <a:lnTo>
                  <a:pt x="3404592" y="14883"/>
                </a:lnTo>
                <a:cubicBezTo>
                  <a:pt x="3502224" y="14883"/>
                  <a:pt x="3575348" y="38100"/>
                  <a:pt x="3623965" y="84534"/>
                </a:cubicBezTo>
                <a:cubicBezTo>
                  <a:pt x="3672582" y="130969"/>
                  <a:pt x="3696891" y="197049"/>
                  <a:pt x="3696891" y="282774"/>
                </a:cubicBezTo>
                <a:cubicBezTo>
                  <a:pt x="3696891" y="370880"/>
                  <a:pt x="3670399" y="439738"/>
                  <a:pt x="3617417" y="489347"/>
                </a:cubicBezTo>
                <a:cubicBezTo>
                  <a:pt x="3564433" y="538956"/>
                  <a:pt x="3483570" y="563761"/>
                  <a:pt x="3374827" y="563761"/>
                </a:cubicBezTo>
                <a:lnTo>
                  <a:pt x="3227189" y="563761"/>
                </a:lnTo>
                <a:lnTo>
                  <a:pt x="3227189" y="887611"/>
                </a:lnTo>
                <a:lnTo>
                  <a:pt x="2956322" y="887611"/>
                </a:lnTo>
                <a:close/>
                <a:moveTo>
                  <a:pt x="2245510" y="14883"/>
                </a:moveTo>
                <a:lnTo>
                  <a:pt x="2539668" y="14883"/>
                </a:lnTo>
                <a:lnTo>
                  <a:pt x="2867620" y="887611"/>
                </a:lnTo>
                <a:lnTo>
                  <a:pt x="2585228" y="887611"/>
                </a:lnTo>
                <a:lnTo>
                  <a:pt x="2541575" y="743545"/>
                </a:lnTo>
                <a:lnTo>
                  <a:pt x="2235399" y="743545"/>
                </a:lnTo>
                <a:lnTo>
                  <a:pt x="2192862" y="887611"/>
                </a:lnTo>
                <a:lnTo>
                  <a:pt x="1917501" y="887611"/>
                </a:lnTo>
                <a:close/>
                <a:moveTo>
                  <a:pt x="1056084" y="14883"/>
                </a:moveTo>
                <a:lnTo>
                  <a:pt x="1505545" y="14883"/>
                </a:lnTo>
                <a:cubicBezTo>
                  <a:pt x="1588889" y="14883"/>
                  <a:pt x="1652587" y="22027"/>
                  <a:pt x="1696640" y="36314"/>
                </a:cubicBezTo>
                <a:cubicBezTo>
                  <a:pt x="1740694" y="50602"/>
                  <a:pt x="1776214" y="77093"/>
                  <a:pt x="1803201" y="115788"/>
                </a:cubicBezTo>
                <a:cubicBezTo>
                  <a:pt x="1830189" y="154484"/>
                  <a:pt x="1843683" y="201613"/>
                  <a:pt x="1843683" y="257175"/>
                </a:cubicBezTo>
                <a:cubicBezTo>
                  <a:pt x="1843683" y="305594"/>
                  <a:pt x="1833358" y="347365"/>
                  <a:pt x="1812708" y="382488"/>
                </a:cubicBezTo>
                <a:cubicBezTo>
                  <a:pt x="1792058" y="417612"/>
                  <a:pt x="1763666" y="446088"/>
                  <a:pt x="1727532" y="467916"/>
                </a:cubicBezTo>
                <a:cubicBezTo>
                  <a:pt x="1704500" y="481806"/>
                  <a:pt x="1672930" y="493316"/>
                  <a:pt x="1632821" y="502444"/>
                </a:cubicBezTo>
                <a:cubicBezTo>
                  <a:pt x="1664943" y="513172"/>
                  <a:pt x="1688343" y="523897"/>
                  <a:pt x="1703022" y="534619"/>
                </a:cubicBezTo>
                <a:cubicBezTo>
                  <a:pt x="1712937" y="541769"/>
                  <a:pt x="1727315" y="557062"/>
                  <a:pt x="1746154" y="580500"/>
                </a:cubicBezTo>
                <a:cubicBezTo>
                  <a:pt x="1764993" y="603937"/>
                  <a:pt x="1777584" y="622012"/>
                  <a:pt x="1783928" y="634724"/>
                </a:cubicBezTo>
                <a:lnTo>
                  <a:pt x="1914525" y="887611"/>
                </a:lnTo>
                <a:lnTo>
                  <a:pt x="1609809" y="887611"/>
                </a:lnTo>
                <a:lnTo>
                  <a:pt x="1465659" y="620911"/>
                </a:lnTo>
                <a:cubicBezTo>
                  <a:pt x="1447403" y="586383"/>
                  <a:pt x="1431131" y="563960"/>
                  <a:pt x="1416844" y="553641"/>
                </a:cubicBezTo>
                <a:cubicBezTo>
                  <a:pt x="1397397" y="540147"/>
                  <a:pt x="1375370" y="533400"/>
                  <a:pt x="1350764" y="533400"/>
                </a:cubicBezTo>
                <a:lnTo>
                  <a:pt x="1326951" y="533400"/>
                </a:lnTo>
                <a:lnTo>
                  <a:pt x="1326951" y="887611"/>
                </a:lnTo>
                <a:lnTo>
                  <a:pt x="1056084" y="887611"/>
                </a:lnTo>
                <a:close/>
                <a:moveTo>
                  <a:pt x="12248554" y="0"/>
                </a:moveTo>
                <a:cubicBezTo>
                  <a:pt x="12360076" y="0"/>
                  <a:pt x="12445106" y="20737"/>
                  <a:pt x="12503645" y="62210"/>
                </a:cubicBezTo>
                <a:cubicBezTo>
                  <a:pt x="12562185" y="103684"/>
                  <a:pt x="12597010" y="169664"/>
                  <a:pt x="12608123" y="260152"/>
                </a:cubicBezTo>
                <a:lnTo>
                  <a:pt x="12353924" y="275034"/>
                </a:lnTo>
                <a:cubicBezTo>
                  <a:pt x="12347177" y="235744"/>
                  <a:pt x="12332989" y="207169"/>
                  <a:pt x="12311359" y="189310"/>
                </a:cubicBezTo>
                <a:cubicBezTo>
                  <a:pt x="12289729" y="171450"/>
                  <a:pt x="12259865" y="162520"/>
                  <a:pt x="12221765" y="162520"/>
                </a:cubicBezTo>
                <a:cubicBezTo>
                  <a:pt x="12190412" y="162520"/>
                  <a:pt x="12166797" y="169168"/>
                  <a:pt x="12150923" y="182463"/>
                </a:cubicBezTo>
                <a:cubicBezTo>
                  <a:pt x="12135048" y="195759"/>
                  <a:pt x="12127110" y="211931"/>
                  <a:pt x="12127110" y="230981"/>
                </a:cubicBezTo>
                <a:cubicBezTo>
                  <a:pt x="12127110" y="244872"/>
                  <a:pt x="12133659" y="257374"/>
                  <a:pt x="12146755" y="268486"/>
                </a:cubicBezTo>
                <a:cubicBezTo>
                  <a:pt x="12159456" y="279995"/>
                  <a:pt x="12189618" y="290711"/>
                  <a:pt x="12237243" y="300633"/>
                </a:cubicBezTo>
                <a:cubicBezTo>
                  <a:pt x="12355115" y="326033"/>
                  <a:pt x="12439550" y="351731"/>
                  <a:pt x="12490548" y="377726"/>
                </a:cubicBezTo>
                <a:cubicBezTo>
                  <a:pt x="12541546" y="403721"/>
                  <a:pt x="12578655" y="435967"/>
                  <a:pt x="12601872" y="474464"/>
                </a:cubicBezTo>
                <a:cubicBezTo>
                  <a:pt x="12625089" y="512961"/>
                  <a:pt x="12636698" y="556022"/>
                  <a:pt x="12636698" y="603647"/>
                </a:cubicBezTo>
                <a:cubicBezTo>
                  <a:pt x="12636698" y="659606"/>
                  <a:pt x="12621219" y="711200"/>
                  <a:pt x="12590263" y="758428"/>
                </a:cubicBezTo>
                <a:cubicBezTo>
                  <a:pt x="12559307" y="805656"/>
                  <a:pt x="12516048" y="841474"/>
                  <a:pt x="12460485" y="865882"/>
                </a:cubicBezTo>
                <a:cubicBezTo>
                  <a:pt x="12404922" y="890290"/>
                  <a:pt x="12334874" y="902494"/>
                  <a:pt x="12250340" y="902494"/>
                </a:cubicBezTo>
                <a:cubicBezTo>
                  <a:pt x="12101908" y="902494"/>
                  <a:pt x="11999118" y="873919"/>
                  <a:pt x="11941968" y="816769"/>
                </a:cubicBezTo>
                <a:cubicBezTo>
                  <a:pt x="11884818" y="759619"/>
                  <a:pt x="11852472" y="686991"/>
                  <a:pt x="11844932" y="598885"/>
                </a:cubicBezTo>
                <a:lnTo>
                  <a:pt x="12101512" y="582811"/>
                </a:lnTo>
                <a:cubicBezTo>
                  <a:pt x="12107068" y="624483"/>
                  <a:pt x="12118379" y="656233"/>
                  <a:pt x="12135444" y="678061"/>
                </a:cubicBezTo>
                <a:cubicBezTo>
                  <a:pt x="12163225" y="713383"/>
                  <a:pt x="12202914" y="731044"/>
                  <a:pt x="12254507" y="731044"/>
                </a:cubicBezTo>
                <a:cubicBezTo>
                  <a:pt x="12293003" y="731044"/>
                  <a:pt x="12322670" y="722015"/>
                  <a:pt x="12343506" y="703957"/>
                </a:cubicBezTo>
                <a:cubicBezTo>
                  <a:pt x="12364342" y="685899"/>
                  <a:pt x="12374760" y="664964"/>
                  <a:pt x="12374760" y="641152"/>
                </a:cubicBezTo>
                <a:cubicBezTo>
                  <a:pt x="12374760" y="618530"/>
                  <a:pt x="12364839" y="598289"/>
                  <a:pt x="12344994" y="580430"/>
                </a:cubicBezTo>
                <a:cubicBezTo>
                  <a:pt x="12325150" y="562570"/>
                  <a:pt x="12279114" y="545703"/>
                  <a:pt x="12206882" y="529828"/>
                </a:cubicBezTo>
                <a:cubicBezTo>
                  <a:pt x="12088614" y="503238"/>
                  <a:pt x="12004277" y="467916"/>
                  <a:pt x="11953874" y="423863"/>
                </a:cubicBezTo>
                <a:cubicBezTo>
                  <a:pt x="11903074" y="379810"/>
                  <a:pt x="11877674" y="323652"/>
                  <a:pt x="11877674" y="255389"/>
                </a:cubicBezTo>
                <a:cubicBezTo>
                  <a:pt x="11877674" y="210542"/>
                  <a:pt x="11890672" y="168176"/>
                  <a:pt x="11916667" y="128290"/>
                </a:cubicBezTo>
                <a:cubicBezTo>
                  <a:pt x="11942662" y="88404"/>
                  <a:pt x="11981755" y="57051"/>
                  <a:pt x="12033944" y="34231"/>
                </a:cubicBezTo>
                <a:cubicBezTo>
                  <a:pt x="12086132" y="11410"/>
                  <a:pt x="12157670" y="0"/>
                  <a:pt x="12248554" y="0"/>
                </a:cubicBezTo>
                <a:close/>
                <a:moveTo>
                  <a:pt x="10290571" y="0"/>
                </a:moveTo>
                <a:cubicBezTo>
                  <a:pt x="10387012" y="0"/>
                  <a:pt x="10459143" y="8731"/>
                  <a:pt x="10506967" y="26194"/>
                </a:cubicBezTo>
                <a:cubicBezTo>
                  <a:pt x="10554791" y="43656"/>
                  <a:pt x="10594478" y="70743"/>
                  <a:pt x="10626030" y="107454"/>
                </a:cubicBezTo>
                <a:cubicBezTo>
                  <a:pt x="10657581" y="144165"/>
                  <a:pt x="10681295" y="190699"/>
                  <a:pt x="10697169" y="247055"/>
                </a:cubicBezTo>
                <a:lnTo>
                  <a:pt x="10437018" y="293489"/>
                </a:lnTo>
                <a:cubicBezTo>
                  <a:pt x="10426302" y="260548"/>
                  <a:pt x="10408145" y="235347"/>
                  <a:pt x="10382547" y="217885"/>
                </a:cubicBezTo>
                <a:cubicBezTo>
                  <a:pt x="10356948" y="200422"/>
                  <a:pt x="10324305" y="191691"/>
                  <a:pt x="10284618" y="191691"/>
                </a:cubicBezTo>
                <a:cubicBezTo>
                  <a:pt x="10225483" y="191691"/>
                  <a:pt x="10178355" y="212229"/>
                  <a:pt x="10143231" y="253306"/>
                </a:cubicBezTo>
                <a:cubicBezTo>
                  <a:pt x="10108108" y="294382"/>
                  <a:pt x="10090546" y="359370"/>
                  <a:pt x="10090546" y="448270"/>
                </a:cubicBezTo>
                <a:cubicBezTo>
                  <a:pt x="10090546" y="542727"/>
                  <a:pt x="10108307" y="610195"/>
                  <a:pt x="10143826" y="650677"/>
                </a:cubicBezTo>
                <a:cubicBezTo>
                  <a:pt x="10179346" y="691158"/>
                  <a:pt x="10228857" y="711399"/>
                  <a:pt x="10292357" y="711399"/>
                </a:cubicBezTo>
                <a:cubicBezTo>
                  <a:pt x="10322519" y="711399"/>
                  <a:pt x="10351293" y="707033"/>
                  <a:pt x="10378677" y="698302"/>
                </a:cubicBezTo>
                <a:cubicBezTo>
                  <a:pt x="10406062" y="689570"/>
                  <a:pt x="10437414" y="674688"/>
                  <a:pt x="10472737" y="653653"/>
                </a:cubicBezTo>
                <a:lnTo>
                  <a:pt x="10472737" y="571500"/>
                </a:lnTo>
                <a:lnTo>
                  <a:pt x="10292357" y="571500"/>
                </a:lnTo>
                <a:lnTo>
                  <a:pt x="10292357" y="389930"/>
                </a:lnTo>
                <a:lnTo>
                  <a:pt x="10709076" y="389930"/>
                </a:lnTo>
                <a:lnTo>
                  <a:pt x="10709076" y="762000"/>
                </a:lnTo>
                <a:cubicBezTo>
                  <a:pt x="10629304" y="816372"/>
                  <a:pt x="10558759" y="853381"/>
                  <a:pt x="10497442" y="873026"/>
                </a:cubicBezTo>
                <a:cubicBezTo>
                  <a:pt x="10436125" y="892671"/>
                  <a:pt x="10363398" y="902494"/>
                  <a:pt x="10279260" y="902494"/>
                </a:cubicBezTo>
                <a:cubicBezTo>
                  <a:pt x="10175676" y="902494"/>
                  <a:pt x="10091240" y="884833"/>
                  <a:pt x="10025955" y="849511"/>
                </a:cubicBezTo>
                <a:cubicBezTo>
                  <a:pt x="9960669" y="814189"/>
                  <a:pt x="9910067" y="761603"/>
                  <a:pt x="9874150" y="691753"/>
                </a:cubicBezTo>
                <a:cubicBezTo>
                  <a:pt x="9838232" y="621903"/>
                  <a:pt x="9820274" y="541735"/>
                  <a:pt x="9820274" y="451247"/>
                </a:cubicBezTo>
                <a:cubicBezTo>
                  <a:pt x="9820274" y="355997"/>
                  <a:pt x="9839919" y="273149"/>
                  <a:pt x="9879210" y="202704"/>
                </a:cubicBezTo>
                <a:cubicBezTo>
                  <a:pt x="9918501" y="132259"/>
                  <a:pt x="9976047" y="78780"/>
                  <a:pt x="10051851" y="42267"/>
                </a:cubicBezTo>
                <a:cubicBezTo>
                  <a:pt x="10110985" y="14089"/>
                  <a:pt x="10190559" y="0"/>
                  <a:pt x="10290571" y="0"/>
                </a:cubicBezTo>
                <a:close/>
                <a:moveTo>
                  <a:pt x="8857654" y="0"/>
                </a:moveTo>
                <a:cubicBezTo>
                  <a:pt x="8969176" y="0"/>
                  <a:pt x="9054206" y="20737"/>
                  <a:pt x="9112745" y="62210"/>
                </a:cubicBezTo>
                <a:cubicBezTo>
                  <a:pt x="9171284" y="103684"/>
                  <a:pt x="9206110" y="169664"/>
                  <a:pt x="9217223" y="260152"/>
                </a:cubicBezTo>
                <a:lnTo>
                  <a:pt x="8963024" y="275034"/>
                </a:lnTo>
                <a:cubicBezTo>
                  <a:pt x="8956277" y="235744"/>
                  <a:pt x="8942089" y="207169"/>
                  <a:pt x="8920459" y="189310"/>
                </a:cubicBezTo>
                <a:cubicBezTo>
                  <a:pt x="8898830" y="171450"/>
                  <a:pt x="8868965" y="162520"/>
                  <a:pt x="8830865" y="162520"/>
                </a:cubicBezTo>
                <a:cubicBezTo>
                  <a:pt x="8799511" y="162520"/>
                  <a:pt x="8775898" y="169168"/>
                  <a:pt x="8760023" y="182463"/>
                </a:cubicBezTo>
                <a:cubicBezTo>
                  <a:pt x="8744147" y="195759"/>
                  <a:pt x="8736210" y="211931"/>
                  <a:pt x="8736210" y="230981"/>
                </a:cubicBezTo>
                <a:cubicBezTo>
                  <a:pt x="8736210" y="244872"/>
                  <a:pt x="8742759" y="257374"/>
                  <a:pt x="8755855" y="268486"/>
                </a:cubicBezTo>
                <a:cubicBezTo>
                  <a:pt x="8768555" y="279995"/>
                  <a:pt x="8798718" y="290711"/>
                  <a:pt x="8846343" y="300633"/>
                </a:cubicBezTo>
                <a:cubicBezTo>
                  <a:pt x="8964215" y="326033"/>
                  <a:pt x="9048650" y="351731"/>
                  <a:pt x="9099648" y="377726"/>
                </a:cubicBezTo>
                <a:cubicBezTo>
                  <a:pt x="9150647" y="403721"/>
                  <a:pt x="9187755" y="435967"/>
                  <a:pt x="9210972" y="474464"/>
                </a:cubicBezTo>
                <a:cubicBezTo>
                  <a:pt x="9234189" y="512961"/>
                  <a:pt x="9245798" y="556022"/>
                  <a:pt x="9245798" y="603647"/>
                </a:cubicBezTo>
                <a:cubicBezTo>
                  <a:pt x="9245798" y="659606"/>
                  <a:pt x="9230319" y="711200"/>
                  <a:pt x="9199363" y="758428"/>
                </a:cubicBezTo>
                <a:cubicBezTo>
                  <a:pt x="9168407" y="805656"/>
                  <a:pt x="9125147" y="841474"/>
                  <a:pt x="9069585" y="865882"/>
                </a:cubicBezTo>
                <a:cubicBezTo>
                  <a:pt x="9014023" y="890290"/>
                  <a:pt x="8943974" y="902494"/>
                  <a:pt x="8859440" y="902494"/>
                </a:cubicBezTo>
                <a:cubicBezTo>
                  <a:pt x="8711009" y="902494"/>
                  <a:pt x="8608218" y="873919"/>
                  <a:pt x="8551068" y="816769"/>
                </a:cubicBezTo>
                <a:cubicBezTo>
                  <a:pt x="8493918" y="759619"/>
                  <a:pt x="8461573" y="686991"/>
                  <a:pt x="8454032" y="598885"/>
                </a:cubicBezTo>
                <a:lnTo>
                  <a:pt x="8710612" y="582811"/>
                </a:lnTo>
                <a:cubicBezTo>
                  <a:pt x="8716168" y="624483"/>
                  <a:pt x="8727479" y="656233"/>
                  <a:pt x="8744544" y="678061"/>
                </a:cubicBezTo>
                <a:cubicBezTo>
                  <a:pt x="8772326" y="713383"/>
                  <a:pt x="8812013" y="731044"/>
                  <a:pt x="8863607" y="731044"/>
                </a:cubicBezTo>
                <a:cubicBezTo>
                  <a:pt x="8902104" y="731044"/>
                  <a:pt x="8931770" y="722015"/>
                  <a:pt x="8952606" y="703957"/>
                </a:cubicBezTo>
                <a:cubicBezTo>
                  <a:pt x="8973442" y="685899"/>
                  <a:pt x="8983860" y="664964"/>
                  <a:pt x="8983860" y="641152"/>
                </a:cubicBezTo>
                <a:cubicBezTo>
                  <a:pt x="8983860" y="618530"/>
                  <a:pt x="8973938" y="598289"/>
                  <a:pt x="8954094" y="580430"/>
                </a:cubicBezTo>
                <a:cubicBezTo>
                  <a:pt x="8934251" y="562570"/>
                  <a:pt x="8888213" y="545703"/>
                  <a:pt x="8815982" y="529828"/>
                </a:cubicBezTo>
                <a:cubicBezTo>
                  <a:pt x="8697713" y="503238"/>
                  <a:pt x="8613377" y="467916"/>
                  <a:pt x="8562974" y="423863"/>
                </a:cubicBezTo>
                <a:cubicBezTo>
                  <a:pt x="8512174" y="379810"/>
                  <a:pt x="8486774" y="323652"/>
                  <a:pt x="8486774" y="255389"/>
                </a:cubicBezTo>
                <a:cubicBezTo>
                  <a:pt x="8486774" y="210542"/>
                  <a:pt x="8499772" y="168176"/>
                  <a:pt x="8525767" y="128290"/>
                </a:cubicBezTo>
                <a:cubicBezTo>
                  <a:pt x="8551763" y="88404"/>
                  <a:pt x="8590854" y="57051"/>
                  <a:pt x="8643044" y="34231"/>
                </a:cubicBezTo>
                <a:cubicBezTo>
                  <a:pt x="8695233" y="11410"/>
                  <a:pt x="8766769" y="0"/>
                  <a:pt x="8857654" y="0"/>
                </a:cubicBezTo>
                <a:close/>
                <a:moveTo>
                  <a:pt x="5738812" y="0"/>
                </a:moveTo>
                <a:cubicBezTo>
                  <a:pt x="5848746" y="0"/>
                  <a:pt x="5935166" y="22225"/>
                  <a:pt x="5998070" y="66675"/>
                </a:cubicBezTo>
                <a:cubicBezTo>
                  <a:pt x="6060976" y="111125"/>
                  <a:pt x="6107708" y="179388"/>
                  <a:pt x="6138267" y="271463"/>
                </a:cubicBezTo>
                <a:lnTo>
                  <a:pt x="5900142" y="324445"/>
                </a:lnTo>
                <a:cubicBezTo>
                  <a:pt x="5891807" y="297855"/>
                  <a:pt x="5883076" y="278408"/>
                  <a:pt x="5873948" y="266105"/>
                </a:cubicBezTo>
                <a:cubicBezTo>
                  <a:pt x="5858867" y="245467"/>
                  <a:pt x="5840413" y="229592"/>
                  <a:pt x="5818584" y="218480"/>
                </a:cubicBezTo>
                <a:cubicBezTo>
                  <a:pt x="5796755" y="207367"/>
                  <a:pt x="5772348" y="201811"/>
                  <a:pt x="5745360" y="201811"/>
                </a:cubicBezTo>
                <a:cubicBezTo>
                  <a:pt x="5684241" y="201811"/>
                  <a:pt x="5637411" y="226389"/>
                  <a:pt x="5604867" y="275546"/>
                </a:cubicBezTo>
                <a:cubicBezTo>
                  <a:pt x="5580261" y="312015"/>
                  <a:pt x="5567958" y="369292"/>
                  <a:pt x="5567958" y="447378"/>
                </a:cubicBezTo>
                <a:cubicBezTo>
                  <a:pt x="5567958" y="544103"/>
                  <a:pt x="5582642" y="610403"/>
                  <a:pt x="5612010" y="646277"/>
                </a:cubicBezTo>
                <a:cubicBezTo>
                  <a:pt x="5641379" y="682151"/>
                  <a:pt x="5682654" y="700088"/>
                  <a:pt x="5735836" y="700088"/>
                </a:cubicBezTo>
                <a:cubicBezTo>
                  <a:pt x="5787429" y="700088"/>
                  <a:pt x="5826423" y="685602"/>
                  <a:pt x="5852815" y="656630"/>
                </a:cubicBezTo>
                <a:cubicBezTo>
                  <a:pt x="5879207" y="627658"/>
                  <a:pt x="5898356" y="585589"/>
                  <a:pt x="5910262" y="530424"/>
                </a:cubicBezTo>
                <a:lnTo>
                  <a:pt x="6146601" y="601861"/>
                </a:lnTo>
                <a:cubicBezTo>
                  <a:pt x="6130726" y="668139"/>
                  <a:pt x="6105723" y="723503"/>
                  <a:pt x="6071592" y="767953"/>
                </a:cubicBezTo>
                <a:cubicBezTo>
                  <a:pt x="6037461" y="812403"/>
                  <a:pt x="5995094" y="845939"/>
                  <a:pt x="5944492" y="868561"/>
                </a:cubicBezTo>
                <a:cubicBezTo>
                  <a:pt x="5893891" y="891183"/>
                  <a:pt x="5829498" y="902494"/>
                  <a:pt x="5751313" y="902494"/>
                </a:cubicBezTo>
                <a:cubicBezTo>
                  <a:pt x="5656461" y="902494"/>
                  <a:pt x="5578971" y="888712"/>
                  <a:pt x="5518844" y="861148"/>
                </a:cubicBezTo>
                <a:cubicBezTo>
                  <a:pt x="5458717" y="833583"/>
                  <a:pt x="5406826" y="785098"/>
                  <a:pt x="5363170" y="715691"/>
                </a:cubicBezTo>
                <a:cubicBezTo>
                  <a:pt x="5319514" y="646285"/>
                  <a:pt x="5297686" y="557442"/>
                  <a:pt x="5297686" y="449163"/>
                </a:cubicBezTo>
                <a:cubicBezTo>
                  <a:pt x="5297686" y="304800"/>
                  <a:pt x="5336083" y="193849"/>
                  <a:pt x="5412878" y="116309"/>
                </a:cubicBezTo>
                <a:cubicBezTo>
                  <a:pt x="5489674" y="38770"/>
                  <a:pt x="5598318" y="0"/>
                  <a:pt x="5738812" y="0"/>
                </a:cubicBezTo>
                <a:close/>
                <a:moveTo>
                  <a:pt x="470297" y="0"/>
                </a:moveTo>
                <a:cubicBezTo>
                  <a:pt x="566737" y="0"/>
                  <a:pt x="638869" y="8731"/>
                  <a:pt x="686693" y="26194"/>
                </a:cubicBezTo>
                <a:cubicBezTo>
                  <a:pt x="734516" y="43656"/>
                  <a:pt x="774204" y="70743"/>
                  <a:pt x="805755" y="107454"/>
                </a:cubicBezTo>
                <a:cubicBezTo>
                  <a:pt x="837307" y="144165"/>
                  <a:pt x="861020" y="190699"/>
                  <a:pt x="876895" y="247055"/>
                </a:cubicBezTo>
                <a:lnTo>
                  <a:pt x="616743" y="293489"/>
                </a:lnTo>
                <a:cubicBezTo>
                  <a:pt x="606028" y="260548"/>
                  <a:pt x="587871" y="235347"/>
                  <a:pt x="562272" y="217885"/>
                </a:cubicBezTo>
                <a:cubicBezTo>
                  <a:pt x="536674" y="200422"/>
                  <a:pt x="504031" y="191691"/>
                  <a:pt x="464344" y="191691"/>
                </a:cubicBezTo>
                <a:cubicBezTo>
                  <a:pt x="405209" y="191691"/>
                  <a:pt x="358080" y="212229"/>
                  <a:pt x="322957" y="253306"/>
                </a:cubicBezTo>
                <a:cubicBezTo>
                  <a:pt x="287833" y="294382"/>
                  <a:pt x="270272" y="359370"/>
                  <a:pt x="270272" y="448270"/>
                </a:cubicBezTo>
                <a:cubicBezTo>
                  <a:pt x="270272" y="542727"/>
                  <a:pt x="288032" y="610195"/>
                  <a:pt x="323552" y="650677"/>
                </a:cubicBezTo>
                <a:cubicBezTo>
                  <a:pt x="359073" y="691158"/>
                  <a:pt x="408583" y="711399"/>
                  <a:pt x="472082" y="711399"/>
                </a:cubicBezTo>
                <a:cubicBezTo>
                  <a:pt x="502245" y="711399"/>
                  <a:pt x="531018" y="707033"/>
                  <a:pt x="558403" y="698302"/>
                </a:cubicBezTo>
                <a:cubicBezTo>
                  <a:pt x="585787" y="689570"/>
                  <a:pt x="617140" y="674688"/>
                  <a:pt x="652462" y="653653"/>
                </a:cubicBezTo>
                <a:lnTo>
                  <a:pt x="652462" y="571500"/>
                </a:lnTo>
                <a:lnTo>
                  <a:pt x="472082" y="571500"/>
                </a:lnTo>
                <a:lnTo>
                  <a:pt x="472082" y="389930"/>
                </a:lnTo>
                <a:lnTo>
                  <a:pt x="888801" y="389930"/>
                </a:lnTo>
                <a:lnTo>
                  <a:pt x="888801" y="762000"/>
                </a:lnTo>
                <a:cubicBezTo>
                  <a:pt x="809029" y="816372"/>
                  <a:pt x="738485" y="853381"/>
                  <a:pt x="677168" y="873026"/>
                </a:cubicBezTo>
                <a:cubicBezTo>
                  <a:pt x="615851" y="892671"/>
                  <a:pt x="543123" y="902494"/>
                  <a:pt x="458986" y="902494"/>
                </a:cubicBezTo>
                <a:cubicBezTo>
                  <a:pt x="355401" y="902494"/>
                  <a:pt x="270966" y="884833"/>
                  <a:pt x="205680" y="849511"/>
                </a:cubicBezTo>
                <a:cubicBezTo>
                  <a:pt x="140394" y="814189"/>
                  <a:pt x="89793" y="761603"/>
                  <a:pt x="53875" y="691753"/>
                </a:cubicBezTo>
                <a:cubicBezTo>
                  <a:pt x="17958" y="621903"/>
                  <a:pt x="0" y="541735"/>
                  <a:pt x="0" y="451247"/>
                </a:cubicBezTo>
                <a:cubicBezTo>
                  <a:pt x="0" y="355997"/>
                  <a:pt x="19645" y="273149"/>
                  <a:pt x="58936" y="202704"/>
                </a:cubicBezTo>
                <a:cubicBezTo>
                  <a:pt x="98226" y="132259"/>
                  <a:pt x="155773" y="78780"/>
                  <a:pt x="231576" y="42267"/>
                </a:cubicBezTo>
                <a:cubicBezTo>
                  <a:pt x="290711" y="14089"/>
                  <a:pt x="370284" y="0"/>
                  <a:pt x="470297" y="0"/>
                </a:cubicBezTo>
                <a:close/>
              </a:path>
            </a:pathLst>
          </a:custGeom>
          <a:noFill/>
          <a:ln w="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solidFill>
                  <a:schemeClr val="accent1">
                    <a:shade val="15000"/>
                  </a:schemeClr>
                </a:solidFill>
              </a:ln>
              <a:noFill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73BAC2-29E6-B9C4-CCE3-49E00CFD2B02}"/>
              </a:ext>
            </a:extLst>
          </p:cNvPr>
          <p:cNvSpPr/>
          <p:nvPr/>
        </p:nvSpPr>
        <p:spPr>
          <a:xfrm>
            <a:off x="0" y="548640"/>
            <a:ext cx="12192000" cy="6309360"/>
          </a:xfrm>
          <a:prstGeom prst="rect">
            <a:avLst/>
          </a:prstGeom>
          <a:gradFill flip="none" rotWithShape="1">
            <a:gsLst>
              <a:gs pos="0">
                <a:srgbClr val="0F0F14">
                  <a:lumMod val="0"/>
                </a:srgbClr>
              </a:gs>
              <a:gs pos="100000">
                <a:schemeClr val="bg1">
                  <a:alpha val="0"/>
                  <a:lumMod val="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3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Anil Shrestha</dc:creator>
  <cp:lastModifiedBy>Anil Shrestha</cp:lastModifiedBy>
  <cp:revision>2</cp:revision>
  <dcterms:created xsi:type="dcterms:W3CDTF">2025-12-26T11:05:54Z</dcterms:created>
  <dcterms:modified xsi:type="dcterms:W3CDTF">2025-12-26T21:28:53Z</dcterms:modified>
</cp:coreProperties>
</file>